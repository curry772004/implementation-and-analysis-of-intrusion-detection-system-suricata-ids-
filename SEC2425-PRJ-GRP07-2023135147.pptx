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1" r:id="rId4"/>
    <p:sldMasterId id="2147483816" r:id="rId5"/>
  </p:sldMasterIdLst>
  <p:notesMasterIdLst>
    <p:notesMasterId r:id="rId17"/>
  </p:notesMasterIdLst>
  <p:handoutMasterIdLst>
    <p:handoutMasterId r:id="rId18"/>
  </p:handoutMasterIdLst>
  <p:sldIdLst>
    <p:sldId id="266" r:id="rId6"/>
    <p:sldId id="267" r:id="rId7"/>
    <p:sldId id="271" r:id="rId8"/>
    <p:sldId id="273" r:id="rId9"/>
    <p:sldId id="274" r:id="rId10"/>
    <p:sldId id="265" r:id="rId11"/>
    <p:sldId id="275" r:id="rId12"/>
    <p:sldId id="272" r:id="rId13"/>
    <p:sldId id="276" r:id="rId14"/>
    <p:sldId id="278" r:id="rId15"/>
    <p:sldId id="27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27D0D5-0461-9458-6919-1F45D5A7B33E}" v="52" dt="2025-06-05T21:53:02.531"/>
    <p1510:client id="{68518AB7-ABF3-4BBB-A501-897AF88D5CBD}" v="614" dt="2025-06-05T22:26:26.076"/>
    <p1510:client id="{990C88CD-1A59-4A80-9D97-6F9F354C398C}" v="4" dt="2025-06-06T14:07:12.619"/>
    <p1510:client id="{BC886A13-98E6-B173-6F81-AF111A7244D5}" v="18" dt="2025-06-05T21:10:16.687"/>
    <p1510:client id="{C3F630B8-8AF5-750C-5CC9-1C73C4E10466}" v="32" dt="2025-06-05T22:13:45.364"/>
    <p1510:client id="{CAE7F81C-FDAD-8105-4EC4-5D031C2681AB}" v="5" dt="2025-06-05T22:22:43.170"/>
    <p1510:client id="{CB87E503-D98C-864B-9276-897177FA73A0}" v="189" dt="2025-06-05T21:52:33.949"/>
    <p1510:client id="{EDB85E14-5C44-AB87-7BE3-427E008EEAF8}" v="279" dt="2025-06-05T21:43:09.4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96" d="100"/>
          <a:sy n="96" d="100"/>
        </p:scale>
        <p:origin x="246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ão Pomar" userId="7e56a53faac66c0e" providerId="LiveId" clId="{990C88CD-1A59-4A80-9D97-6F9F354C398C}"/>
    <pc:docChg chg="custSel modSld sldOrd">
      <pc:chgData name="João Pomar" userId="7e56a53faac66c0e" providerId="LiveId" clId="{990C88CD-1A59-4A80-9D97-6F9F354C398C}" dt="2025-06-06T14:07:17.273" v="680" actId="20577"/>
      <pc:docMkLst>
        <pc:docMk/>
      </pc:docMkLst>
      <pc:sldChg chg="ord">
        <pc:chgData name="João Pomar" userId="7e56a53faac66c0e" providerId="LiveId" clId="{990C88CD-1A59-4A80-9D97-6F9F354C398C}" dt="2025-06-06T12:57:26.845" v="678"/>
        <pc:sldMkLst>
          <pc:docMk/>
          <pc:sldMk cId="3540846271" sldId="267"/>
        </pc:sldMkLst>
      </pc:sldChg>
      <pc:sldChg chg="modNotesTx">
        <pc:chgData name="João Pomar" userId="7e56a53faac66c0e" providerId="LiveId" clId="{990C88CD-1A59-4A80-9D97-6F9F354C398C}" dt="2025-06-06T12:13:32.721" v="112" actId="20577"/>
        <pc:sldMkLst>
          <pc:docMk/>
          <pc:sldMk cId="2287880059" sldId="271"/>
        </pc:sldMkLst>
      </pc:sldChg>
      <pc:sldChg chg="modNotesTx">
        <pc:chgData name="João Pomar" userId="7e56a53faac66c0e" providerId="LiveId" clId="{990C88CD-1A59-4A80-9D97-6F9F354C398C}" dt="2025-06-06T14:07:17.273" v="680" actId="20577"/>
        <pc:sldMkLst>
          <pc:docMk/>
          <pc:sldMk cId="1611977" sldId="272"/>
        </pc:sldMkLst>
      </pc:sldChg>
      <pc:sldChg chg="modNotesTx">
        <pc:chgData name="João Pomar" userId="7e56a53faac66c0e" providerId="LiveId" clId="{990C88CD-1A59-4A80-9D97-6F9F354C398C}" dt="2025-06-06T12:25:28.668" v="445" actId="20577"/>
        <pc:sldMkLst>
          <pc:docMk/>
          <pc:sldMk cId="1377807858" sldId="273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82BB70-3900-4766-8184-791E7082B840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024C332-2D7D-4A0F-96E0-8580CB797609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AÇÃO </a:t>
          </a:r>
        </a:p>
      </dgm:t>
    </dgm:pt>
    <dgm:pt modelId="{497E4050-9759-4823-A24E-A8E28DEBAEAD}" type="parTrans" cxnId="{510E6920-2F58-4026-BBA1-695C895759CF}">
      <dgm:prSet/>
      <dgm:spPr/>
      <dgm:t>
        <a:bodyPr/>
        <a:lstStyle/>
        <a:p>
          <a:endParaRPr lang="en-US"/>
        </a:p>
      </dgm:t>
    </dgm:pt>
    <dgm:pt modelId="{3744227F-6E2E-42A4-9279-7D9C2F4C788D}" type="sibTrans" cxnId="{510E6920-2F58-4026-BBA1-695C895759CF}">
      <dgm:prSet/>
      <dgm:spPr/>
      <dgm:t>
        <a:bodyPr/>
        <a:lstStyle/>
        <a:p>
          <a:endParaRPr lang="en-US"/>
        </a:p>
      </dgm:t>
    </dgm:pt>
    <dgm:pt modelId="{660EA775-8088-4687-ACF3-C929B7EC22C8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PROTOCOLO </a:t>
          </a:r>
        </a:p>
      </dgm:t>
    </dgm:pt>
    <dgm:pt modelId="{EDD3D40C-B55D-4132-88E4-887DA18D23FA}" type="parTrans" cxnId="{D4D61A16-BE55-4B16-ACF4-040549B3A366}">
      <dgm:prSet/>
      <dgm:spPr/>
      <dgm:t>
        <a:bodyPr/>
        <a:lstStyle/>
        <a:p>
          <a:endParaRPr lang="en-US"/>
        </a:p>
      </dgm:t>
    </dgm:pt>
    <dgm:pt modelId="{43CE657B-5DAD-4FCA-A4E5-F0D156BF7B6F}" type="sibTrans" cxnId="{D4D61A16-BE55-4B16-ACF4-040549B3A366}">
      <dgm:prSet/>
      <dgm:spPr/>
      <dgm:t>
        <a:bodyPr/>
        <a:lstStyle/>
        <a:p>
          <a:endParaRPr lang="en-US"/>
        </a:p>
      </dgm:t>
    </dgm:pt>
    <dgm:pt modelId="{F79CB6EA-4A93-4165-8B43-3F9360E9D33A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ORIGEM </a:t>
          </a:r>
          <a:endParaRPr lang="en-US" sz="2000" u="none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DA2898-7F71-4E5A-9C10-C5D7D783E6BE}" type="parTrans" cxnId="{0DBF15D9-CD56-4BAA-A729-2E11E05FAF20}">
      <dgm:prSet/>
      <dgm:spPr/>
      <dgm:t>
        <a:bodyPr/>
        <a:lstStyle/>
        <a:p>
          <a:endParaRPr lang="en-US"/>
        </a:p>
      </dgm:t>
    </dgm:pt>
    <dgm:pt modelId="{6312348A-386C-4916-A58F-4B20E0BDD8AB}" type="sibTrans" cxnId="{0DBF15D9-CD56-4BAA-A729-2E11E05FAF20}">
      <dgm:prSet/>
      <dgm:spPr/>
      <dgm:t>
        <a:bodyPr/>
        <a:lstStyle/>
        <a:p>
          <a:endParaRPr lang="en-US"/>
        </a:p>
      </dgm:t>
    </dgm:pt>
    <dgm:pt modelId="{D93B57E9-9E41-423A-83DD-887B6F911D39}">
      <dgm:prSet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→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gm:t>
    </dgm:pt>
    <dgm:pt modelId="{0E63DF47-F0D2-4992-BFE5-69A78409C9BD}" type="parTrans" cxnId="{9D0E931F-19CB-42A0-ADDA-5564CBB58BF2}">
      <dgm:prSet/>
      <dgm:spPr/>
      <dgm:t>
        <a:bodyPr/>
        <a:lstStyle/>
        <a:p>
          <a:endParaRPr lang="en-US"/>
        </a:p>
      </dgm:t>
    </dgm:pt>
    <dgm:pt modelId="{333CAAC4-93F8-4F84-BBBE-21995E71DE9E}" type="sibTrans" cxnId="{9D0E931F-19CB-42A0-ADDA-5564CBB58BF2}">
      <dgm:prSet/>
      <dgm:spPr/>
      <dgm:t>
        <a:bodyPr/>
        <a:lstStyle/>
        <a:p>
          <a:endParaRPr lang="en-US"/>
        </a:p>
      </dgm:t>
    </dgm:pt>
    <dgm:pt modelId="{87C83609-1B6E-47EC-BB77-3AFC7A0315EF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DESTINO </a:t>
          </a:r>
        </a:p>
      </dgm:t>
    </dgm:pt>
    <dgm:pt modelId="{D4585C69-1689-4E42-B998-B8D5DBFA4C14}" type="parTrans" cxnId="{0D50027B-2A7E-4990-AAC3-3DF0B6D62271}">
      <dgm:prSet/>
      <dgm:spPr/>
      <dgm:t>
        <a:bodyPr/>
        <a:lstStyle/>
        <a:p>
          <a:endParaRPr lang="en-US"/>
        </a:p>
      </dgm:t>
    </dgm:pt>
    <dgm:pt modelId="{114140B7-E9B5-4587-960D-1AE847774264}" type="sibTrans" cxnId="{0D50027B-2A7E-4990-AAC3-3DF0B6D62271}">
      <dgm:prSet/>
      <dgm:spPr/>
      <dgm:t>
        <a:bodyPr/>
        <a:lstStyle/>
        <a:p>
          <a:endParaRPr lang="en-US"/>
        </a:p>
      </dgm:t>
    </dgm:pt>
    <dgm:pt modelId="{C8A4F31C-23A0-4324-BC65-C557647D2813}" type="pres">
      <dgm:prSet presAssocID="{FD82BB70-3900-4766-8184-791E7082B840}" presName="diagram" presStyleCnt="0">
        <dgm:presLayoutVars>
          <dgm:dir/>
          <dgm:resizeHandles val="exact"/>
        </dgm:presLayoutVars>
      </dgm:prSet>
      <dgm:spPr/>
    </dgm:pt>
    <dgm:pt modelId="{BD84B876-C3CA-4C74-827F-3D4D3CFDBC09}" type="pres">
      <dgm:prSet presAssocID="{F024C332-2D7D-4A0F-96E0-8580CB797609}" presName="node" presStyleLbl="node1" presStyleIdx="0" presStyleCnt="5">
        <dgm:presLayoutVars>
          <dgm:bulletEnabled val="1"/>
        </dgm:presLayoutVars>
      </dgm:prSet>
      <dgm:spPr/>
    </dgm:pt>
    <dgm:pt modelId="{51CE3B19-5B36-4CD5-BE25-C5F84C370524}" type="pres">
      <dgm:prSet presAssocID="{3744227F-6E2E-42A4-9279-7D9C2F4C788D}" presName="sibTrans" presStyleCnt="0"/>
      <dgm:spPr/>
    </dgm:pt>
    <dgm:pt modelId="{D67866AB-6D04-4091-888C-0D46149229B3}" type="pres">
      <dgm:prSet presAssocID="{660EA775-8088-4687-ACF3-C929B7EC22C8}" presName="node" presStyleLbl="node1" presStyleIdx="1" presStyleCnt="5">
        <dgm:presLayoutVars>
          <dgm:bulletEnabled val="1"/>
        </dgm:presLayoutVars>
      </dgm:prSet>
      <dgm:spPr/>
    </dgm:pt>
    <dgm:pt modelId="{45801030-8F57-4D42-A84B-F1AE5F09F305}" type="pres">
      <dgm:prSet presAssocID="{43CE657B-5DAD-4FCA-A4E5-F0D156BF7B6F}" presName="sibTrans" presStyleCnt="0"/>
      <dgm:spPr/>
    </dgm:pt>
    <dgm:pt modelId="{158C2BF8-6596-4D59-B71F-528D3B5C6D53}" type="pres">
      <dgm:prSet presAssocID="{F79CB6EA-4A93-4165-8B43-3F9360E9D33A}" presName="node" presStyleLbl="node1" presStyleIdx="2" presStyleCnt="5">
        <dgm:presLayoutVars>
          <dgm:bulletEnabled val="1"/>
        </dgm:presLayoutVars>
      </dgm:prSet>
      <dgm:spPr/>
    </dgm:pt>
    <dgm:pt modelId="{3F09D079-E590-483E-9466-55E3CC45453F}" type="pres">
      <dgm:prSet presAssocID="{6312348A-386C-4916-A58F-4B20E0BDD8AB}" presName="sibTrans" presStyleCnt="0"/>
      <dgm:spPr/>
    </dgm:pt>
    <dgm:pt modelId="{4C950BC4-F9D3-4CE4-A204-82B6616DA8C3}" type="pres">
      <dgm:prSet presAssocID="{D93B57E9-9E41-423A-83DD-887B6F911D39}" presName="node" presStyleLbl="node1" presStyleIdx="3" presStyleCnt="5">
        <dgm:presLayoutVars>
          <dgm:bulletEnabled val="1"/>
        </dgm:presLayoutVars>
      </dgm:prSet>
      <dgm:spPr/>
    </dgm:pt>
    <dgm:pt modelId="{6ACD2D5A-A01C-4625-8EF0-0CCC5E002869}" type="pres">
      <dgm:prSet presAssocID="{333CAAC4-93F8-4F84-BBBE-21995E71DE9E}" presName="sibTrans" presStyleCnt="0"/>
      <dgm:spPr/>
    </dgm:pt>
    <dgm:pt modelId="{B8BFED01-C840-4163-B52C-43F3DFE6F059}" type="pres">
      <dgm:prSet presAssocID="{87C83609-1B6E-47EC-BB77-3AFC7A0315EF}" presName="node" presStyleLbl="node1" presStyleIdx="4" presStyleCnt="5">
        <dgm:presLayoutVars>
          <dgm:bulletEnabled val="1"/>
        </dgm:presLayoutVars>
      </dgm:prSet>
      <dgm:spPr/>
    </dgm:pt>
  </dgm:ptLst>
  <dgm:cxnLst>
    <dgm:cxn modelId="{D4D61A16-BE55-4B16-ACF4-040549B3A366}" srcId="{FD82BB70-3900-4766-8184-791E7082B840}" destId="{660EA775-8088-4687-ACF3-C929B7EC22C8}" srcOrd="1" destOrd="0" parTransId="{EDD3D40C-B55D-4132-88E4-887DA18D23FA}" sibTransId="{43CE657B-5DAD-4FCA-A4E5-F0D156BF7B6F}"/>
    <dgm:cxn modelId="{9D0E931F-19CB-42A0-ADDA-5564CBB58BF2}" srcId="{FD82BB70-3900-4766-8184-791E7082B840}" destId="{D93B57E9-9E41-423A-83DD-887B6F911D39}" srcOrd="3" destOrd="0" parTransId="{0E63DF47-F0D2-4992-BFE5-69A78409C9BD}" sibTransId="{333CAAC4-93F8-4F84-BBBE-21995E71DE9E}"/>
    <dgm:cxn modelId="{510E6920-2F58-4026-BBA1-695C895759CF}" srcId="{FD82BB70-3900-4766-8184-791E7082B840}" destId="{F024C332-2D7D-4A0F-96E0-8580CB797609}" srcOrd="0" destOrd="0" parTransId="{497E4050-9759-4823-A24E-A8E28DEBAEAD}" sibTransId="{3744227F-6E2E-42A4-9279-7D9C2F4C788D}"/>
    <dgm:cxn modelId="{50E6BD42-A1E2-48FE-854A-159431D5BCAE}" type="presOf" srcId="{FD82BB70-3900-4766-8184-791E7082B840}" destId="{C8A4F31C-23A0-4324-BC65-C557647D2813}" srcOrd="0" destOrd="0" presId="urn:microsoft.com/office/officeart/2005/8/layout/default"/>
    <dgm:cxn modelId="{5D20326D-18F8-4EB2-B72E-C0CF150D579F}" type="presOf" srcId="{F79CB6EA-4A93-4165-8B43-3F9360E9D33A}" destId="{158C2BF8-6596-4D59-B71F-528D3B5C6D53}" srcOrd="0" destOrd="0" presId="urn:microsoft.com/office/officeart/2005/8/layout/default"/>
    <dgm:cxn modelId="{0D50027B-2A7E-4990-AAC3-3DF0B6D62271}" srcId="{FD82BB70-3900-4766-8184-791E7082B840}" destId="{87C83609-1B6E-47EC-BB77-3AFC7A0315EF}" srcOrd="4" destOrd="0" parTransId="{D4585C69-1689-4E42-B998-B8D5DBFA4C14}" sibTransId="{114140B7-E9B5-4587-960D-1AE847774264}"/>
    <dgm:cxn modelId="{B236889E-A9CD-4F59-B1CE-C9660D2D4277}" type="presOf" srcId="{660EA775-8088-4687-ACF3-C929B7EC22C8}" destId="{D67866AB-6D04-4091-888C-0D46149229B3}" srcOrd="0" destOrd="0" presId="urn:microsoft.com/office/officeart/2005/8/layout/default"/>
    <dgm:cxn modelId="{3667F2BE-7CC2-42AA-AC7B-74929973A272}" type="presOf" srcId="{87C83609-1B6E-47EC-BB77-3AFC7A0315EF}" destId="{B8BFED01-C840-4163-B52C-43F3DFE6F059}" srcOrd="0" destOrd="0" presId="urn:microsoft.com/office/officeart/2005/8/layout/default"/>
    <dgm:cxn modelId="{8FF6C2C4-18FF-45AA-8066-85D011AFF753}" type="presOf" srcId="{D93B57E9-9E41-423A-83DD-887B6F911D39}" destId="{4C950BC4-F9D3-4CE4-A204-82B6616DA8C3}" srcOrd="0" destOrd="0" presId="urn:microsoft.com/office/officeart/2005/8/layout/default"/>
    <dgm:cxn modelId="{0DBF15D9-CD56-4BAA-A729-2E11E05FAF20}" srcId="{FD82BB70-3900-4766-8184-791E7082B840}" destId="{F79CB6EA-4A93-4165-8B43-3F9360E9D33A}" srcOrd="2" destOrd="0" parTransId="{18DA2898-7F71-4E5A-9C10-C5D7D783E6BE}" sibTransId="{6312348A-386C-4916-A58F-4B20E0BDD8AB}"/>
    <dgm:cxn modelId="{D43381DA-90BA-4405-8467-7DB8F60941BD}" type="presOf" srcId="{F024C332-2D7D-4A0F-96E0-8580CB797609}" destId="{BD84B876-C3CA-4C74-827F-3D4D3CFDBC09}" srcOrd="0" destOrd="0" presId="urn:microsoft.com/office/officeart/2005/8/layout/default"/>
    <dgm:cxn modelId="{4151D5D9-2E24-4339-A75D-880C700E6339}" type="presParOf" srcId="{C8A4F31C-23A0-4324-BC65-C557647D2813}" destId="{BD84B876-C3CA-4C74-827F-3D4D3CFDBC09}" srcOrd="0" destOrd="0" presId="urn:microsoft.com/office/officeart/2005/8/layout/default"/>
    <dgm:cxn modelId="{9ED20897-B513-4074-801F-03077FE4C2DD}" type="presParOf" srcId="{C8A4F31C-23A0-4324-BC65-C557647D2813}" destId="{51CE3B19-5B36-4CD5-BE25-C5F84C370524}" srcOrd="1" destOrd="0" presId="urn:microsoft.com/office/officeart/2005/8/layout/default"/>
    <dgm:cxn modelId="{7ADC152D-C865-433A-88B6-1E6193B750F8}" type="presParOf" srcId="{C8A4F31C-23A0-4324-BC65-C557647D2813}" destId="{D67866AB-6D04-4091-888C-0D46149229B3}" srcOrd="2" destOrd="0" presId="urn:microsoft.com/office/officeart/2005/8/layout/default"/>
    <dgm:cxn modelId="{08DF2772-E901-4D08-AAEA-457D37DFCD1D}" type="presParOf" srcId="{C8A4F31C-23A0-4324-BC65-C557647D2813}" destId="{45801030-8F57-4D42-A84B-F1AE5F09F305}" srcOrd="3" destOrd="0" presId="urn:microsoft.com/office/officeart/2005/8/layout/default"/>
    <dgm:cxn modelId="{44FF7B94-2552-4B1B-B656-0BF3287508C6}" type="presParOf" srcId="{C8A4F31C-23A0-4324-BC65-C557647D2813}" destId="{158C2BF8-6596-4D59-B71F-528D3B5C6D53}" srcOrd="4" destOrd="0" presId="urn:microsoft.com/office/officeart/2005/8/layout/default"/>
    <dgm:cxn modelId="{16ADB604-5D08-46F6-8C28-068E5CD6CB88}" type="presParOf" srcId="{C8A4F31C-23A0-4324-BC65-C557647D2813}" destId="{3F09D079-E590-483E-9466-55E3CC45453F}" srcOrd="5" destOrd="0" presId="urn:microsoft.com/office/officeart/2005/8/layout/default"/>
    <dgm:cxn modelId="{FD20A551-C5FA-4145-B3F8-7C2EA90E4D0B}" type="presParOf" srcId="{C8A4F31C-23A0-4324-BC65-C557647D2813}" destId="{4C950BC4-F9D3-4CE4-A204-82B6616DA8C3}" srcOrd="6" destOrd="0" presId="urn:microsoft.com/office/officeart/2005/8/layout/default"/>
    <dgm:cxn modelId="{9CEC9F22-134E-4BE5-82E3-6BF3E6DB0FB3}" type="presParOf" srcId="{C8A4F31C-23A0-4324-BC65-C557647D2813}" destId="{6ACD2D5A-A01C-4625-8EF0-0CCC5E002869}" srcOrd="7" destOrd="0" presId="urn:microsoft.com/office/officeart/2005/8/layout/default"/>
    <dgm:cxn modelId="{64EF1ECB-F973-4C79-A6DD-9DDB0BB8700D}" type="presParOf" srcId="{C8A4F31C-23A0-4324-BC65-C557647D2813}" destId="{B8BFED01-C840-4163-B52C-43F3DFE6F05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82BB70-3900-4766-8184-791E7082B840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024C332-2D7D-4A0F-96E0-8580CB797609}">
      <dgm:prSet/>
      <dgm:spPr/>
      <dgm:t>
        <a:bodyPr/>
        <a:lstStyle/>
        <a:p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msg:"</a:t>
          </a:r>
          <a:r>
            <a:rPr lang="en-US" b="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texto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"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7E4050-9759-4823-A24E-A8E28DEBAEAD}" type="parTrans" cxnId="{510E6920-2F58-4026-BBA1-695C895759CF}">
      <dgm:prSet/>
      <dgm:spPr/>
      <dgm:t>
        <a:bodyPr/>
        <a:lstStyle/>
        <a:p>
          <a:endParaRPr lang="en-US"/>
        </a:p>
      </dgm:t>
    </dgm:pt>
    <dgm:pt modelId="{3744227F-6E2E-42A4-9279-7D9C2F4C788D}" type="sibTrans" cxnId="{510E6920-2F58-4026-BBA1-695C895759CF}">
      <dgm:prSet/>
      <dgm:spPr/>
      <dgm:t>
        <a:bodyPr/>
        <a:lstStyle/>
        <a:p>
          <a:endParaRPr lang="en-US"/>
        </a:p>
      </dgm:t>
    </dgm:pt>
    <dgm:pt modelId="{660EA775-8088-4687-ACF3-C929B7EC22C8}">
      <dgm:prSet/>
      <dgm:spPr/>
      <dgm:t>
        <a:bodyPr/>
        <a:lstStyle/>
        <a:p>
          <a:r>
            <a:rPr lang="en-US" b="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content:"string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"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DD3D40C-B55D-4132-88E4-887DA18D23FA}" type="parTrans" cxnId="{D4D61A16-BE55-4B16-ACF4-040549B3A366}">
      <dgm:prSet/>
      <dgm:spPr/>
      <dgm:t>
        <a:bodyPr/>
        <a:lstStyle/>
        <a:p>
          <a:endParaRPr lang="en-US"/>
        </a:p>
      </dgm:t>
    </dgm:pt>
    <dgm:pt modelId="{43CE657B-5DAD-4FCA-A4E5-F0D156BF7B6F}" type="sibTrans" cxnId="{D4D61A16-BE55-4B16-ACF4-040549B3A366}">
      <dgm:prSet/>
      <dgm:spPr/>
      <dgm:t>
        <a:bodyPr/>
        <a:lstStyle/>
        <a:p>
          <a:endParaRPr lang="en-US"/>
        </a:p>
      </dgm:t>
    </dgm:pt>
    <dgm:pt modelId="{F79CB6EA-4A93-4165-8B43-3F9360E9D33A}">
      <dgm:prSet/>
      <dgm:spPr/>
      <dgm:t>
        <a:bodyPr/>
        <a:lstStyle/>
        <a:p>
          <a:r>
            <a:rPr lang="en-US" b="0" i="0" u="none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nocase</a:t>
          </a:r>
          <a:endParaRPr lang="en-US" u="none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DA2898-7F71-4E5A-9C10-C5D7D783E6BE}" type="parTrans" cxnId="{0DBF15D9-CD56-4BAA-A729-2E11E05FAF20}">
      <dgm:prSet/>
      <dgm:spPr/>
      <dgm:t>
        <a:bodyPr/>
        <a:lstStyle/>
        <a:p>
          <a:endParaRPr lang="en-US"/>
        </a:p>
      </dgm:t>
    </dgm:pt>
    <dgm:pt modelId="{6312348A-386C-4916-A58F-4B20E0BDD8AB}" type="sibTrans" cxnId="{0DBF15D9-CD56-4BAA-A729-2E11E05FAF20}">
      <dgm:prSet/>
      <dgm:spPr/>
      <dgm:t>
        <a:bodyPr/>
        <a:lstStyle/>
        <a:p>
          <a:endParaRPr lang="en-US"/>
        </a:p>
      </dgm:t>
    </dgm:pt>
    <dgm:pt modelId="{D93B57E9-9E41-423A-83DD-887B6F911D39}">
      <dgm:prSet/>
      <dgm:spPr/>
      <dgm:t>
        <a:bodyPr/>
        <a:lstStyle/>
        <a:p>
          <a:r>
            <a:rPr lang="en-US" b="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sid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:&lt;id&gt;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E63DF47-F0D2-4992-BFE5-69A78409C9BD}" type="parTrans" cxnId="{9D0E931F-19CB-42A0-ADDA-5564CBB58BF2}">
      <dgm:prSet/>
      <dgm:spPr/>
      <dgm:t>
        <a:bodyPr/>
        <a:lstStyle/>
        <a:p>
          <a:endParaRPr lang="en-US"/>
        </a:p>
      </dgm:t>
    </dgm:pt>
    <dgm:pt modelId="{333CAAC4-93F8-4F84-BBBE-21995E71DE9E}" type="sibTrans" cxnId="{9D0E931F-19CB-42A0-ADDA-5564CBB58BF2}">
      <dgm:prSet/>
      <dgm:spPr/>
      <dgm:t>
        <a:bodyPr/>
        <a:lstStyle/>
        <a:p>
          <a:endParaRPr lang="en-US"/>
        </a:p>
      </dgm:t>
    </dgm:pt>
    <dgm:pt modelId="{87C83609-1B6E-47EC-BB77-3AFC7A0315EF}">
      <dgm:prSet/>
      <dgm:spPr/>
      <dgm:t>
        <a:bodyPr/>
        <a:lstStyle/>
        <a:p>
          <a:r>
            <a:rPr lang="en-US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rev:&lt;num&gt;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585C69-1689-4E42-B998-B8D5DBFA4C14}" type="parTrans" cxnId="{0D50027B-2A7E-4990-AAC3-3DF0B6D62271}">
      <dgm:prSet/>
      <dgm:spPr/>
      <dgm:t>
        <a:bodyPr/>
        <a:lstStyle/>
        <a:p>
          <a:endParaRPr lang="en-US"/>
        </a:p>
      </dgm:t>
    </dgm:pt>
    <dgm:pt modelId="{114140B7-E9B5-4587-960D-1AE847774264}" type="sibTrans" cxnId="{0D50027B-2A7E-4990-AAC3-3DF0B6D62271}">
      <dgm:prSet/>
      <dgm:spPr/>
      <dgm:t>
        <a:bodyPr/>
        <a:lstStyle/>
        <a:p>
          <a:endParaRPr lang="en-US"/>
        </a:p>
      </dgm:t>
    </dgm:pt>
    <dgm:pt modelId="{75A3E16F-8B2E-46D1-B3E2-353F7EC33895}">
      <dgm:prSet/>
      <dgm:spPr/>
      <dgm:t>
        <a:bodyPr/>
        <a:lstStyle/>
        <a:p>
          <a:r>
            <a:rPr lang="en-US" b="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classtype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:&lt;</a:t>
          </a:r>
          <a:r>
            <a:rPr lang="en-US" b="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tipo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&gt;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8AECF1-6181-4DB1-B5A3-90B851880603}" type="parTrans" cxnId="{D6671336-7C27-42B5-8BDD-A50D122F8F4D}">
      <dgm:prSet/>
      <dgm:spPr/>
      <dgm:t>
        <a:bodyPr/>
        <a:lstStyle/>
        <a:p>
          <a:endParaRPr lang="en-US"/>
        </a:p>
      </dgm:t>
    </dgm:pt>
    <dgm:pt modelId="{96BDCAED-735A-47D2-B67F-C0495747E4C3}" type="sibTrans" cxnId="{D6671336-7C27-42B5-8BDD-A50D122F8F4D}">
      <dgm:prSet/>
      <dgm:spPr/>
      <dgm:t>
        <a:bodyPr/>
        <a:lstStyle/>
        <a:p>
          <a:endParaRPr lang="en-US"/>
        </a:p>
      </dgm:t>
    </dgm:pt>
    <dgm:pt modelId="{0AB3D10B-971C-46D8-AEC1-BF89AE7E86C8}">
      <dgm:prSet/>
      <dgm:spPr/>
      <dgm:t>
        <a:bodyPr/>
        <a:lstStyle/>
        <a:p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priority:&lt;n&gt;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4667A2D-7640-41F1-9355-D6364F736FE5}" type="parTrans" cxnId="{44317E5E-A0C1-46DB-954E-5C90C4217CCF}">
      <dgm:prSet/>
      <dgm:spPr/>
      <dgm:t>
        <a:bodyPr/>
        <a:lstStyle/>
        <a:p>
          <a:endParaRPr lang="en-US"/>
        </a:p>
      </dgm:t>
    </dgm:pt>
    <dgm:pt modelId="{20CFE1F6-C819-478E-A6A7-4E4E615F49C6}" type="sibTrans" cxnId="{44317E5E-A0C1-46DB-954E-5C90C4217CCF}">
      <dgm:prSet/>
      <dgm:spPr/>
      <dgm:t>
        <a:bodyPr/>
        <a:lstStyle/>
        <a:p>
          <a:endParaRPr lang="en-US"/>
        </a:p>
      </dgm:t>
    </dgm:pt>
    <dgm:pt modelId="{D18FB864-D112-4C3B-A3FB-A17E917129F3}">
      <dgm:prSet/>
      <dgm:spPr/>
      <dgm:t>
        <a:bodyPr/>
        <a:lstStyle/>
        <a:p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flow:&lt;</a:t>
          </a:r>
          <a:r>
            <a:rPr lang="en-US" b="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direção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&gt; 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915BA4-7ADE-4F0A-BDC4-690D61506378}" type="parTrans" cxnId="{20AD30B6-F088-4611-A370-1220294874C5}">
      <dgm:prSet/>
      <dgm:spPr/>
      <dgm:t>
        <a:bodyPr/>
        <a:lstStyle/>
        <a:p>
          <a:endParaRPr lang="en-US"/>
        </a:p>
      </dgm:t>
    </dgm:pt>
    <dgm:pt modelId="{33B59E94-0B8F-44B1-A175-FB69C1A301F5}" type="sibTrans" cxnId="{20AD30B6-F088-4611-A370-1220294874C5}">
      <dgm:prSet/>
      <dgm:spPr/>
      <dgm:t>
        <a:bodyPr/>
        <a:lstStyle/>
        <a:p>
          <a:endParaRPr lang="en-US"/>
        </a:p>
      </dgm:t>
    </dgm:pt>
    <dgm:pt modelId="{A36E6717-D999-49F7-9D89-8E64F1F706D2}">
      <dgm:prSet/>
      <dgm:spPr/>
      <dgm:t>
        <a:bodyPr/>
        <a:lstStyle/>
        <a:p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threshold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E6C5C59-5C4B-4F46-8932-DAAADC0AD259}" type="parTrans" cxnId="{B83FD252-3224-4E0C-A774-21C26D6099E9}">
      <dgm:prSet/>
      <dgm:spPr/>
      <dgm:t>
        <a:bodyPr/>
        <a:lstStyle/>
        <a:p>
          <a:endParaRPr lang="en-US"/>
        </a:p>
      </dgm:t>
    </dgm:pt>
    <dgm:pt modelId="{489EC3EE-7164-4FF5-9704-85AC2355F8B6}" type="sibTrans" cxnId="{B83FD252-3224-4E0C-A774-21C26D6099E9}">
      <dgm:prSet/>
      <dgm:spPr/>
      <dgm:t>
        <a:bodyPr/>
        <a:lstStyle/>
        <a:p>
          <a:endParaRPr lang="en-US"/>
        </a:p>
      </dgm:t>
    </dgm:pt>
    <dgm:pt modelId="{C8A4F31C-23A0-4324-BC65-C557647D2813}" type="pres">
      <dgm:prSet presAssocID="{FD82BB70-3900-4766-8184-791E7082B840}" presName="diagram" presStyleCnt="0">
        <dgm:presLayoutVars>
          <dgm:dir/>
          <dgm:resizeHandles val="exact"/>
        </dgm:presLayoutVars>
      </dgm:prSet>
      <dgm:spPr/>
    </dgm:pt>
    <dgm:pt modelId="{BD84B876-C3CA-4C74-827F-3D4D3CFDBC09}" type="pres">
      <dgm:prSet presAssocID="{F024C332-2D7D-4A0F-96E0-8580CB797609}" presName="node" presStyleLbl="node1" presStyleIdx="0" presStyleCnt="9">
        <dgm:presLayoutVars>
          <dgm:bulletEnabled val="1"/>
        </dgm:presLayoutVars>
      </dgm:prSet>
      <dgm:spPr/>
    </dgm:pt>
    <dgm:pt modelId="{51CE3B19-5B36-4CD5-BE25-C5F84C370524}" type="pres">
      <dgm:prSet presAssocID="{3744227F-6E2E-42A4-9279-7D9C2F4C788D}" presName="sibTrans" presStyleCnt="0"/>
      <dgm:spPr/>
    </dgm:pt>
    <dgm:pt modelId="{D67866AB-6D04-4091-888C-0D46149229B3}" type="pres">
      <dgm:prSet presAssocID="{660EA775-8088-4687-ACF3-C929B7EC22C8}" presName="node" presStyleLbl="node1" presStyleIdx="1" presStyleCnt="9">
        <dgm:presLayoutVars>
          <dgm:bulletEnabled val="1"/>
        </dgm:presLayoutVars>
      </dgm:prSet>
      <dgm:spPr/>
    </dgm:pt>
    <dgm:pt modelId="{45801030-8F57-4D42-A84B-F1AE5F09F305}" type="pres">
      <dgm:prSet presAssocID="{43CE657B-5DAD-4FCA-A4E5-F0D156BF7B6F}" presName="sibTrans" presStyleCnt="0"/>
      <dgm:spPr/>
    </dgm:pt>
    <dgm:pt modelId="{158C2BF8-6596-4D59-B71F-528D3B5C6D53}" type="pres">
      <dgm:prSet presAssocID="{F79CB6EA-4A93-4165-8B43-3F9360E9D33A}" presName="node" presStyleLbl="node1" presStyleIdx="2" presStyleCnt="9">
        <dgm:presLayoutVars>
          <dgm:bulletEnabled val="1"/>
        </dgm:presLayoutVars>
      </dgm:prSet>
      <dgm:spPr/>
    </dgm:pt>
    <dgm:pt modelId="{3F09D079-E590-483E-9466-55E3CC45453F}" type="pres">
      <dgm:prSet presAssocID="{6312348A-386C-4916-A58F-4B20E0BDD8AB}" presName="sibTrans" presStyleCnt="0"/>
      <dgm:spPr/>
    </dgm:pt>
    <dgm:pt modelId="{4C950BC4-F9D3-4CE4-A204-82B6616DA8C3}" type="pres">
      <dgm:prSet presAssocID="{D93B57E9-9E41-423A-83DD-887B6F911D39}" presName="node" presStyleLbl="node1" presStyleIdx="3" presStyleCnt="9">
        <dgm:presLayoutVars>
          <dgm:bulletEnabled val="1"/>
        </dgm:presLayoutVars>
      </dgm:prSet>
      <dgm:spPr/>
    </dgm:pt>
    <dgm:pt modelId="{6ACD2D5A-A01C-4625-8EF0-0CCC5E002869}" type="pres">
      <dgm:prSet presAssocID="{333CAAC4-93F8-4F84-BBBE-21995E71DE9E}" presName="sibTrans" presStyleCnt="0"/>
      <dgm:spPr/>
    </dgm:pt>
    <dgm:pt modelId="{B8BFED01-C840-4163-B52C-43F3DFE6F059}" type="pres">
      <dgm:prSet presAssocID="{87C83609-1B6E-47EC-BB77-3AFC7A0315EF}" presName="node" presStyleLbl="node1" presStyleIdx="4" presStyleCnt="9">
        <dgm:presLayoutVars>
          <dgm:bulletEnabled val="1"/>
        </dgm:presLayoutVars>
      </dgm:prSet>
      <dgm:spPr/>
    </dgm:pt>
    <dgm:pt modelId="{FC3AE4C0-A641-4BF1-AD1B-0AB3C107CEE8}" type="pres">
      <dgm:prSet presAssocID="{114140B7-E9B5-4587-960D-1AE847774264}" presName="sibTrans" presStyleCnt="0"/>
      <dgm:spPr/>
    </dgm:pt>
    <dgm:pt modelId="{FC01CC14-E33F-4C20-BE37-F782EDD6811A}" type="pres">
      <dgm:prSet presAssocID="{75A3E16F-8B2E-46D1-B3E2-353F7EC33895}" presName="node" presStyleLbl="node1" presStyleIdx="5" presStyleCnt="9">
        <dgm:presLayoutVars>
          <dgm:bulletEnabled val="1"/>
        </dgm:presLayoutVars>
      </dgm:prSet>
      <dgm:spPr/>
    </dgm:pt>
    <dgm:pt modelId="{EE29494D-3C42-4383-863C-E2E885730F94}" type="pres">
      <dgm:prSet presAssocID="{96BDCAED-735A-47D2-B67F-C0495747E4C3}" presName="sibTrans" presStyleCnt="0"/>
      <dgm:spPr/>
    </dgm:pt>
    <dgm:pt modelId="{10874D2A-F513-4662-B168-4D15D6C4A1AC}" type="pres">
      <dgm:prSet presAssocID="{0AB3D10B-971C-46D8-AEC1-BF89AE7E86C8}" presName="node" presStyleLbl="node1" presStyleIdx="6" presStyleCnt="9">
        <dgm:presLayoutVars>
          <dgm:bulletEnabled val="1"/>
        </dgm:presLayoutVars>
      </dgm:prSet>
      <dgm:spPr/>
    </dgm:pt>
    <dgm:pt modelId="{041A1C5A-0227-4224-B936-4A1D8D8DAA7B}" type="pres">
      <dgm:prSet presAssocID="{20CFE1F6-C819-478E-A6A7-4E4E615F49C6}" presName="sibTrans" presStyleCnt="0"/>
      <dgm:spPr/>
    </dgm:pt>
    <dgm:pt modelId="{6EEDECB4-51B8-40C7-A4EB-909596D9C27C}" type="pres">
      <dgm:prSet presAssocID="{D18FB864-D112-4C3B-A3FB-A17E917129F3}" presName="node" presStyleLbl="node1" presStyleIdx="7" presStyleCnt="9">
        <dgm:presLayoutVars>
          <dgm:bulletEnabled val="1"/>
        </dgm:presLayoutVars>
      </dgm:prSet>
      <dgm:spPr/>
    </dgm:pt>
    <dgm:pt modelId="{4A101CA2-8C82-4179-BB31-306E82F8961A}" type="pres">
      <dgm:prSet presAssocID="{33B59E94-0B8F-44B1-A175-FB69C1A301F5}" presName="sibTrans" presStyleCnt="0"/>
      <dgm:spPr/>
    </dgm:pt>
    <dgm:pt modelId="{F9C97DEC-2EDA-43C4-880B-BEBC5C9199F1}" type="pres">
      <dgm:prSet presAssocID="{A36E6717-D999-49F7-9D89-8E64F1F706D2}" presName="node" presStyleLbl="node1" presStyleIdx="8" presStyleCnt="9">
        <dgm:presLayoutVars>
          <dgm:bulletEnabled val="1"/>
        </dgm:presLayoutVars>
      </dgm:prSet>
      <dgm:spPr/>
    </dgm:pt>
  </dgm:ptLst>
  <dgm:cxnLst>
    <dgm:cxn modelId="{50266303-F3DA-4C6D-B122-59F8B1A7F355}" type="presOf" srcId="{D18FB864-D112-4C3B-A3FB-A17E917129F3}" destId="{6EEDECB4-51B8-40C7-A4EB-909596D9C27C}" srcOrd="0" destOrd="0" presId="urn:microsoft.com/office/officeart/2005/8/layout/default"/>
    <dgm:cxn modelId="{D4D61A16-BE55-4B16-ACF4-040549B3A366}" srcId="{FD82BB70-3900-4766-8184-791E7082B840}" destId="{660EA775-8088-4687-ACF3-C929B7EC22C8}" srcOrd="1" destOrd="0" parTransId="{EDD3D40C-B55D-4132-88E4-887DA18D23FA}" sibTransId="{43CE657B-5DAD-4FCA-A4E5-F0D156BF7B6F}"/>
    <dgm:cxn modelId="{9D0E931F-19CB-42A0-ADDA-5564CBB58BF2}" srcId="{FD82BB70-3900-4766-8184-791E7082B840}" destId="{D93B57E9-9E41-423A-83DD-887B6F911D39}" srcOrd="3" destOrd="0" parTransId="{0E63DF47-F0D2-4992-BFE5-69A78409C9BD}" sibTransId="{333CAAC4-93F8-4F84-BBBE-21995E71DE9E}"/>
    <dgm:cxn modelId="{510E6920-2F58-4026-BBA1-695C895759CF}" srcId="{FD82BB70-3900-4766-8184-791E7082B840}" destId="{F024C332-2D7D-4A0F-96E0-8580CB797609}" srcOrd="0" destOrd="0" parTransId="{497E4050-9759-4823-A24E-A8E28DEBAEAD}" sibTransId="{3744227F-6E2E-42A4-9279-7D9C2F4C788D}"/>
    <dgm:cxn modelId="{D6671336-7C27-42B5-8BDD-A50D122F8F4D}" srcId="{FD82BB70-3900-4766-8184-791E7082B840}" destId="{75A3E16F-8B2E-46D1-B3E2-353F7EC33895}" srcOrd="5" destOrd="0" parTransId="{B48AECF1-6181-4DB1-B5A3-90B851880603}" sibTransId="{96BDCAED-735A-47D2-B67F-C0495747E4C3}"/>
    <dgm:cxn modelId="{44317E5E-A0C1-46DB-954E-5C90C4217CCF}" srcId="{FD82BB70-3900-4766-8184-791E7082B840}" destId="{0AB3D10B-971C-46D8-AEC1-BF89AE7E86C8}" srcOrd="6" destOrd="0" parTransId="{34667A2D-7640-41F1-9355-D6364F736FE5}" sibTransId="{20CFE1F6-C819-478E-A6A7-4E4E615F49C6}"/>
    <dgm:cxn modelId="{50E6BD42-A1E2-48FE-854A-159431D5BCAE}" type="presOf" srcId="{FD82BB70-3900-4766-8184-791E7082B840}" destId="{C8A4F31C-23A0-4324-BC65-C557647D2813}" srcOrd="0" destOrd="0" presId="urn:microsoft.com/office/officeart/2005/8/layout/default"/>
    <dgm:cxn modelId="{5D20326D-18F8-4EB2-B72E-C0CF150D579F}" type="presOf" srcId="{F79CB6EA-4A93-4165-8B43-3F9360E9D33A}" destId="{158C2BF8-6596-4D59-B71F-528D3B5C6D53}" srcOrd="0" destOrd="0" presId="urn:microsoft.com/office/officeart/2005/8/layout/default"/>
    <dgm:cxn modelId="{B83FD252-3224-4E0C-A774-21C26D6099E9}" srcId="{FD82BB70-3900-4766-8184-791E7082B840}" destId="{A36E6717-D999-49F7-9D89-8E64F1F706D2}" srcOrd="8" destOrd="0" parTransId="{5E6C5C59-5C4B-4F46-8932-DAAADC0AD259}" sibTransId="{489EC3EE-7164-4FF5-9704-85AC2355F8B6}"/>
    <dgm:cxn modelId="{0D50027B-2A7E-4990-AAC3-3DF0B6D62271}" srcId="{FD82BB70-3900-4766-8184-791E7082B840}" destId="{87C83609-1B6E-47EC-BB77-3AFC7A0315EF}" srcOrd="4" destOrd="0" parTransId="{D4585C69-1689-4E42-B998-B8D5DBFA4C14}" sibTransId="{114140B7-E9B5-4587-960D-1AE847774264}"/>
    <dgm:cxn modelId="{B236889E-A9CD-4F59-B1CE-C9660D2D4277}" type="presOf" srcId="{660EA775-8088-4687-ACF3-C929B7EC22C8}" destId="{D67866AB-6D04-4091-888C-0D46149229B3}" srcOrd="0" destOrd="0" presId="urn:microsoft.com/office/officeart/2005/8/layout/default"/>
    <dgm:cxn modelId="{20AD30B6-F088-4611-A370-1220294874C5}" srcId="{FD82BB70-3900-4766-8184-791E7082B840}" destId="{D18FB864-D112-4C3B-A3FB-A17E917129F3}" srcOrd="7" destOrd="0" parTransId="{50915BA4-7ADE-4F0A-BDC4-690D61506378}" sibTransId="{33B59E94-0B8F-44B1-A175-FB69C1A301F5}"/>
    <dgm:cxn modelId="{06315FBA-2916-43CE-A222-0276E9E48E19}" type="presOf" srcId="{75A3E16F-8B2E-46D1-B3E2-353F7EC33895}" destId="{FC01CC14-E33F-4C20-BE37-F782EDD6811A}" srcOrd="0" destOrd="0" presId="urn:microsoft.com/office/officeart/2005/8/layout/default"/>
    <dgm:cxn modelId="{3667F2BE-7CC2-42AA-AC7B-74929973A272}" type="presOf" srcId="{87C83609-1B6E-47EC-BB77-3AFC7A0315EF}" destId="{B8BFED01-C840-4163-B52C-43F3DFE6F059}" srcOrd="0" destOrd="0" presId="urn:microsoft.com/office/officeart/2005/8/layout/default"/>
    <dgm:cxn modelId="{8FF6C2C4-18FF-45AA-8066-85D011AFF753}" type="presOf" srcId="{D93B57E9-9E41-423A-83DD-887B6F911D39}" destId="{4C950BC4-F9D3-4CE4-A204-82B6616DA8C3}" srcOrd="0" destOrd="0" presId="urn:microsoft.com/office/officeart/2005/8/layout/default"/>
    <dgm:cxn modelId="{9ACA0CD8-E1EF-4AAC-9304-11159E9712A5}" type="presOf" srcId="{A36E6717-D999-49F7-9D89-8E64F1F706D2}" destId="{F9C97DEC-2EDA-43C4-880B-BEBC5C9199F1}" srcOrd="0" destOrd="0" presId="urn:microsoft.com/office/officeart/2005/8/layout/default"/>
    <dgm:cxn modelId="{0DBF15D9-CD56-4BAA-A729-2E11E05FAF20}" srcId="{FD82BB70-3900-4766-8184-791E7082B840}" destId="{F79CB6EA-4A93-4165-8B43-3F9360E9D33A}" srcOrd="2" destOrd="0" parTransId="{18DA2898-7F71-4E5A-9C10-C5D7D783E6BE}" sibTransId="{6312348A-386C-4916-A58F-4B20E0BDD8AB}"/>
    <dgm:cxn modelId="{D43381DA-90BA-4405-8467-7DB8F60941BD}" type="presOf" srcId="{F024C332-2D7D-4A0F-96E0-8580CB797609}" destId="{BD84B876-C3CA-4C74-827F-3D4D3CFDBC09}" srcOrd="0" destOrd="0" presId="urn:microsoft.com/office/officeart/2005/8/layout/default"/>
    <dgm:cxn modelId="{B26547E3-143D-4317-BAD5-B471F327AE83}" type="presOf" srcId="{0AB3D10B-971C-46D8-AEC1-BF89AE7E86C8}" destId="{10874D2A-F513-4662-B168-4D15D6C4A1AC}" srcOrd="0" destOrd="0" presId="urn:microsoft.com/office/officeart/2005/8/layout/default"/>
    <dgm:cxn modelId="{4151D5D9-2E24-4339-A75D-880C700E6339}" type="presParOf" srcId="{C8A4F31C-23A0-4324-BC65-C557647D2813}" destId="{BD84B876-C3CA-4C74-827F-3D4D3CFDBC09}" srcOrd="0" destOrd="0" presId="urn:microsoft.com/office/officeart/2005/8/layout/default"/>
    <dgm:cxn modelId="{9ED20897-B513-4074-801F-03077FE4C2DD}" type="presParOf" srcId="{C8A4F31C-23A0-4324-BC65-C557647D2813}" destId="{51CE3B19-5B36-4CD5-BE25-C5F84C370524}" srcOrd="1" destOrd="0" presId="urn:microsoft.com/office/officeart/2005/8/layout/default"/>
    <dgm:cxn modelId="{7ADC152D-C865-433A-88B6-1E6193B750F8}" type="presParOf" srcId="{C8A4F31C-23A0-4324-BC65-C557647D2813}" destId="{D67866AB-6D04-4091-888C-0D46149229B3}" srcOrd="2" destOrd="0" presId="urn:microsoft.com/office/officeart/2005/8/layout/default"/>
    <dgm:cxn modelId="{08DF2772-E901-4D08-AAEA-457D37DFCD1D}" type="presParOf" srcId="{C8A4F31C-23A0-4324-BC65-C557647D2813}" destId="{45801030-8F57-4D42-A84B-F1AE5F09F305}" srcOrd="3" destOrd="0" presId="urn:microsoft.com/office/officeart/2005/8/layout/default"/>
    <dgm:cxn modelId="{44FF7B94-2552-4B1B-B656-0BF3287508C6}" type="presParOf" srcId="{C8A4F31C-23A0-4324-BC65-C557647D2813}" destId="{158C2BF8-6596-4D59-B71F-528D3B5C6D53}" srcOrd="4" destOrd="0" presId="urn:microsoft.com/office/officeart/2005/8/layout/default"/>
    <dgm:cxn modelId="{16ADB604-5D08-46F6-8C28-068E5CD6CB88}" type="presParOf" srcId="{C8A4F31C-23A0-4324-BC65-C557647D2813}" destId="{3F09D079-E590-483E-9466-55E3CC45453F}" srcOrd="5" destOrd="0" presId="urn:microsoft.com/office/officeart/2005/8/layout/default"/>
    <dgm:cxn modelId="{FD20A551-C5FA-4145-B3F8-7C2EA90E4D0B}" type="presParOf" srcId="{C8A4F31C-23A0-4324-BC65-C557647D2813}" destId="{4C950BC4-F9D3-4CE4-A204-82B6616DA8C3}" srcOrd="6" destOrd="0" presId="urn:microsoft.com/office/officeart/2005/8/layout/default"/>
    <dgm:cxn modelId="{9CEC9F22-134E-4BE5-82E3-6BF3E6DB0FB3}" type="presParOf" srcId="{C8A4F31C-23A0-4324-BC65-C557647D2813}" destId="{6ACD2D5A-A01C-4625-8EF0-0CCC5E002869}" srcOrd="7" destOrd="0" presId="urn:microsoft.com/office/officeart/2005/8/layout/default"/>
    <dgm:cxn modelId="{64EF1ECB-F973-4C79-A6DD-9DDB0BB8700D}" type="presParOf" srcId="{C8A4F31C-23A0-4324-BC65-C557647D2813}" destId="{B8BFED01-C840-4163-B52C-43F3DFE6F059}" srcOrd="8" destOrd="0" presId="urn:microsoft.com/office/officeart/2005/8/layout/default"/>
    <dgm:cxn modelId="{1317B664-1614-4423-8A20-CBD2A0F1481B}" type="presParOf" srcId="{C8A4F31C-23A0-4324-BC65-C557647D2813}" destId="{FC3AE4C0-A641-4BF1-AD1B-0AB3C107CEE8}" srcOrd="9" destOrd="0" presId="urn:microsoft.com/office/officeart/2005/8/layout/default"/>
    <dgm:cxn modelId="{848C5061-24C5-4C32-9131-1A3BC6759DBE}" type="presParOf" srcId="{C8A4F31C-23A0-4324-BC65-C557647D2813}" destId="{FC01CC14-E33F-4C20-BE37-F782EDD6811A}" srcOrd="10" destOrd="0" presId="urn:microsoft.com/office/officeart/2005/8/layout/default"/>
    <dgm:cxn modelId="{ACC142A3-D019-4DE2-A8A1-4FD0C70B1AB0}" type="presParOf" srcId="{C8A4F31C-23A0-4324-BC65-C557647D2813}" destId="{EE29494D-3C42-4383-863C-E2E885730F94}" srcOrd="11" destOrd="0" presId="urn:microsoft.com/office/officeart/2005/8/layout/default"/>
    <dgm:cxn modelId="{1B0DFC12-E760-4E39-8367-E8082F3726EB}" type="presParOf" srcId="{C8A4F31C-23A0-4324-BC65-C557647D2813}" destId="{10874D2A-F513-4662-B168-4D15D6C4A1AC}" srcOrd="12" destOrd="0" presId="urn:microsoft.com/office/officeart/2005/8/layout/default"/>
    <dgm:cxn modelId="{C8082365-1AE9-49EC-B69A-3687D59F44A5}" type="presParOf" srcId="{C8A4F31C-23A0-4324-BC65-C557647D2813}" destId="{041A1C5A-0227-4224-B936-4A1D8D8DAA7B}" srcOrd="13" destOrd="0" presId="urn:microsoft.com/office/officeart/2005/8/layout/default"/>
    <dgm:cxn modelId="{C60F3FEA-147A-4CD7-A9ED-98D8FD6EA5F0}" type="presParOf" srcId="{C8A4F31C-23A0-4324-BC65-C557647D2813}" destId="{6EEDECB4-51B8-40C7-A4EB-909596D9C27C}" srcOrd="14" destOrd="0" presId="urn:microsoft.com/office/officeart/2005/8/layout/default"/>
    <dgm:cxn modelId="{6C4FF80B-01F5-40CC-B78E-393A905E567D}" type="presParOf" srcId="{C8A4F31C-23A0-4324-BC65-C557647D2813}" destId="{4A101CA2-8C82-4179-BB31-306E82F8961A}" srcOrd="15" destOrd="0" presId="urn:microsoft.com/office/officeart/2005/8/layout/default"/>
    <dgm:cxn modelId="{7DAD4B20-7434-4C95-A77B-D6CD43321BF9}" type="presParOf" srcId="{C8A4F31C-23A0-4324-BC65-C557647D2813}" destId="{F9C97DEC-2EDA-43C4-880B-BEBC5C9199F1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84B876-C3CA-4C74-827F-3D4D3CFDBC09}">
      <dsp:nvSpPr>
        <dsp:cNvPr id="0" name=""/>
        <dsp:cNvSpPr/>
      </dsp:nvSpPr>
      <dsp:spPr>
        <a:xfrm>
          <a:off x="1306750" y="353"/>
          <a:ext cx="2390030" cy="143401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AÇÃO </a:t>
          </a:r>
        </a:p>
      </dsp:txBody>
      <dsp:txXfrm>
        <a:off x="1306750" y="353"/>
        <a:ext cx="2390030" cy="1434018"/>
      </dsp:txXfrm>
    </dsp:sp>
    <dsp:sp modelId="{D67866AB-6D04-4091-888C-0D46149229B3}">
      <dsp:nvSpPr>
        <dsp:cNvPr id="0" name=""/>
        <dsp:cNvSpPr/>
      </dsp:nvSpPr>
      <dsp:spPr>
        <a:xfrm>
          <a:off x="3935784" y="353"/>
          <a:ext cx="2390030" cy="143401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PROTOCOLO </a:t>
          </a:r>
        </a:p>
      </dsp:txBody>
      <dsp:txXfrm>
        <a:off x="3935784" y="353"/>
        <a:ext cx="2390030" cy="1434018"/>
      </dsp:txXfrm>
    </dsp:sp>
    <dsp:sp modelId="{158C2BF8-6596-4D59-B71F-528D3B5C6D53}">
      <dsp:nvSpPr>
        <dsp:cNvPr id="0" name=""/>
        <dsp:cNvSpPr/>
      </dsp:nvSpPr>
      <dsp:spPr>
        <a:xfrm>
          <a:off x="6564818" y="353"/>
          <a:ext cx="2390030" cy="143401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ORIGEM </a:t>
          </a:r>
          <a:endParaRPr lang="en-US" sz="2000" u="none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564818" y="353"/>
        <a:ext cx="2390030" cy="1434018"/>
      </dsp:txXfrm>
    </dsp:sp>
    <dsp:sp modelId="{4C950BC4-F9D3-4CE4-A204-82B6616DA8C3}">
      <dsp:nvSpPr>
        <dsp:cNvPr id="0" name=""/>
        <dsp:cNvSpPr/>
      </dsp:nvSpPr>
      <dsp:spPr>
        <a:xfrm>
          <a:off x="2621267" y="1673375"/>
          <a:ext cx="2390030" cy="143401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→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sp:txBody>
      <dsp:txXfrm>
        <a:off x="2621267" y="1673375"/>
        <a:ext cx="2390030" cy="1434018"/>
      </dsp:txXfrm>
    </dsp:sp>
    <dsp:sp modelId="{B8BFED01-C840-4163-B52C-43F3DFE6F059}">
      <dsp:nvSpPr>
        <dsp:cNvPr id="0" name=""/>
        <dsp:cNvSpPr/>
      </dsp:nvSpPr>
      <dsp:spPr>
        <a:xfrm>
          <a:off x="5250301" y="1673375"/>
          <a:ext cx="2390030" cy="143401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DESTINO </a:t>
          </a:r>
        </a:p>
      </dsp:txBody>
      <dsp:txXfrm>
        <a:off x="5250301" y="1673375"/>
        <a:ext cx="2390030" cy="14340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84B876-C3CA-4C74-827F-3D4D3CFDBC09}">
      <dsp:nvSpPr>
        <dsp:cNvPr id="0" name=""/>
        <dsp:cNvSpPr/>
      </dsp:nvSpPr>
      <dsp:spPr>
        <a:xfrm>
          <a:off x="3507" y="319525"/>
          <a:ext cx="1898997" cy="113939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msg:"</a:t>
          </a:r>
          <a:r>
            <a:rPr lang="en-US" sz="2000" b="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texto</a:t>
          </a:r>
          <a:r>
            <a:rPr lang="en-US" sz="20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"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7" y="319525"/>
        <a:ext cx="1898997" cy="1139398"/>
      </dsp:txXfrm>
    </dsp:sp>
    <dsp:sp modelId="{D67866AB-6D04-4091-888C-0D46149229B3}">
      <dsp:nvSpPr>
        <dsp:cNvPr id="0" name=""/>
        <dsp:cNvSpPr/>
      </dsp:nvSpPr>
      <dsp:spPr>
        <a:xfrm>
          <a:off x="2092404" y="319525"/>
          <a:ext cx="1898997" cy="113939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content:"string</a:t>
          </a:r>
          <a:r>
            <a:rPr lang="en-US" sz="20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"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92404" y="319525"/>
        <a:ext cx="1898997" cy="1139398"/>
      </dsp:txXfrm>
    </dsp:sp>
    <dsp:sp modelId="{158C2BF8-6596-4D59-B71F-528D3B5C6D53}">
      <dsp:nvSpPr>
        <dsp:cNvPr id="0" name=""/>
        <dsp:cNvSpPr/>
      </dsp:nvSpPr>
      <dsp:spPr>
        <a:xfrm>
          <a:off x="4181301" y="319525"/>
          <a:ext cx="1898997" cy="113939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u="none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nocase</a:t>
          </a:r>
          <a:endParaRPr lang="en-US" sz="2000" u="none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81301" y="319525"/>
        <a:ext cx="1898997" cy="1139398"/>
      </dsp:txXfrm>
    </dsp:sp>
    <dsp:sp modelId="{4C950BC4-F9D3-4CE4-A204-82B6616DA8C3}">
      <dsp:nvSpPr>
        <dsp:cNvPr id="0" name=""/>
        <dsp:cNvSpPr/>
      </dsp:nvSpPr>
      <dsp:spPr>
        <a:xfrm>
          <a:off x="6270198" y="319525"/>
          <a:ext cx="1898997" cy="113939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sid</a:t>
          </a:r>
          <a:r>
            <a:rPr lang="en-US" sz="20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:&lt;id&gt;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270198" y="319525"/>
        <a:ext cx="1898997" cy="1139398"/>
      </dsp:txXfrm>
    </dsp:sp>
    <dsp:sp modelId="{B8BFED01-C840-4163-B52C-43F3DFE6F059}">
      <dsp:nvSpPr>
        <dsp:cNvPr id="0" name=""/>
        <dsp:cNvSpPr/>
      </dsp:nvSpPr>
      <dsp:spPr>
        <a:xfrm>
          <a:off x="8359095" y="319525"/>
          <a:ext cx="1898997" cy="113939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rev:&lt;num&gt;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359095" y="319525"/>
        <a:ext cx="1898997" cy="1139398"/>
      </dsp:txXfrm>
    </dsp:sp>
    <dsp:sp modelId="{FC01CC14-E33F-4C20-BE37-F782EDD6811A}">
      <dsp:nvSpPr>
        <dsp:cNvPr id="0" name=""/>
        <dsp:cNvSpPr/>
      </dsp:nvSpPr>
      <dsp:spPr>
        <a:xfrm>
          <a:off x="1047955" y="1648823"/>
          <a:ext cx="1898997" cy="113939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classtype</a:t>
          </a:r>
          <a:r>
            <a:rPr lang="en-US" sz="20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:&lt;</a:t>
          </a:r>
          <a:r>
            <a:rPr lang="en-US" sz="2000" b="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tipo</a:t>
          </a:r>
          <a:r>
            <a:rPr lang="en-US" sz="20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&gt;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47955" y="1648823"/>
        <a:ext cx="1898997" cy="1139398"/>
      </dsp:txXfrm>
    </dsp:sp>
    <dsp:sp modelId="{10874D2A-F513-4662-B168-4D15D6C4A1AC}">
      <dsp:nvSpPr>
        <dsp:cNvPr id="0" name=""/>
        <dsp:cNvSpPr/>
      </dsp:nvSpPr>
      <dsp:spPr>
        <a:xfrm>
          <a:off x="3136852" y="1648823"/>
          <a:ext cx="1898997" cy="113939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priority:&lt;n&gt;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36852" y="1648823"/>
        <a:ext cx="1898997" cy="1139398"/>
      </dsp:txXfrm>
    </dsp:sp>
    <dsp:sp modelId="{6EEDECB4-51B8-40C7-A4EB-909596D9C27C}">
      <dsp:nvSpPr>
        <dsp:cNvPr id="0" name=""/>
        <dsp:cNvSpPr/>
      </dsp:nvSpPr>
      <dsp:spPr>
        <a:xfrm>
          <a:off x="5225749" y="1648823"/>
          <a:ext cx="1898997" cy="113939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flow:&lt;</a:t>
          </a:r>
          <a:r>
            <a:rPr lang="en-US" sz="2000" b="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direção</a:t>
          </a:r>
          <a:r>
            <a:rPr lang="en-US" sz="20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&gt; 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25749" y="1648823"/>
        <a:ext cx="1898997" cy="1139398"/>
      </dsp:txXfrm>
    </dsp:sp>
    <dsp:sp modelId="{F9C97DEC-2EDA-43C4-880B-BEBC5C9199F1}">
      <dsp:nvSpPr>
        <dsp:cNvPr id="0" name=""/>
        <dsp:cNvSpPr/>
      </dsp:nvSpPr>
      <dsp:spPr>
        <a:xfrm>
          <a:off x="7314646" y="1648823"/>
          <a:ext cx="1898997" cy="113939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threshold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314646" y="1648823"/>
        <a:ext cx="1898997" cy="11393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A5F39B-1D52-7080-2015-EF10DD2D40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55727AB-F769-6A32-3462-6F60EAADB80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F30E2-576E-46E2-89D2-C53AA99713B1}" type="datetimeFigureOut">
              <a:rPr lang="pt-PT" smtClean="0"/>
              <a:t>06/06/2025</a:t>
            </a:fld>
            <a:endParaRPr lang="pt-PT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CB14C2C-4B97-EC08-B197-73F53CCE3F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E62CAE8-B3EC-8C9A-77C9-67D5B7FD31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360D73-74F5-410B-8749-4A2C3E310B4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65387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EB743-9F09-45CA-B5C7-03EE28859768}" type="datetimeFigureOut">
              <a:rPr lang="pt-PT" smtClean="0"/>
              <a:t>06/06/2025</a:t>
            </a:fld>
            <a:endParaRPr lang="pt-PT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F3E98-9A5D-45F5-93FE-12A97506E8C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1155755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IDS: </a:t>
            </a:r>
            <a:r>
              <a:rPr lang="pt-PT" dirty="0" err="1"/>
              <a:t>Intrusion</a:t>
            </a:r>
            <a:r>
              <a:rPr lang="pt-PT" dirty="0"/>
              <a:t> </a:t>
            </a:r>
            <a:r>
              <a:rPr lang="pt-PT" dirty="0" err="1"/>
              <a:t>Detection</a:t>
            </a:r>
            <a:r>
              <a:rPr lang="pt-PT" dirty="0"/>
              <a:t> </a:t>
            </a:r>
            <a:r>
              <a:rPr lang="pt-PT" dirty="0" err="1"/>
              <a:t>System</a:t>
            </a:r>
            <a:r>
              <a:rPr lang="pt-PT" dirty="0"/>
              <a:t> IPS: </a:t>
            </a:r>
            <a:r>
              <a:rPr lang="pt-PT" dirty="0" err="1"/>
              <a:t>Intrusion</a:t>
            </a:r>
            <a:r>
              <a:rPr lang="pt-PT" dirty="0"/>
              <a:t> </a:t>
            </a:r>
            <a:r>
              <a:rPr lang="pt-PT" dirty="0" err="1"/>
              <a:t>Prevention</a:t>
            </a:r>
            <a:r>
              <a:rPr lang="pt-PT" dirty="0"/>
              <a:t> </a:t>
            </a:r>
            <a:r>
              <a:rPr lang="pt-PT" dirty="0" err="1"/>
              <a:t>System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F3E98-9A5D-45F5-93FE-12A97506E8CA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03237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dirty="0"/>
              <a:t>IDS: </a:t>
            </a:r>
            <a:r>
              <a:rPr lang="pt-PT" dirty="0" err="1"/>
              <a:t>Intrusion</a:t>
            </a:r>
            <a:r>
              <a:rPr lang="pt-PT" dirty="0"/>
              <a:t> </a:t>
            </a:r>
            <a:r>
              <a:rPr lang="pt-PT" dirty="0" err="1"/>
              <a:t>Detection</a:t>
            </a:r>
            <a:r>
              <a:rPr lang="pt-PT" dirty="0"/>
              <a:t> </a:t>
            </a:r>
            <a:r>
              <a:rPr lang="pt-PT" dirty="0" err="1"/>
              <a:t>System</a:t>
            </a:r>
            <a:r>
              <a:rPr lang="pt-PT" dirty="0"/>
              <a:t> IPS: </a:t>
            </a:r>
            <a:r>
              <a:rPr lang="pt-PT" dirty="0" err="1"/>
              <a:t>Intrusion</a:t>
            </a:r>
            <a:r>
              <a:rPr lang="pt-PT" dirty="0"/>
              <a:t> </a:t>
            </a:r>
            <a:r>
              <a:rPr lang="pt-PT" dirty="0" err="1"/>
              <a:t>Prevention</a:t>
            </a:r>
            <a:r>
              <a:rPr lang="pt-PT" dirty="0"/>
              <a:t> </a:t>
            </a:r>
            <a:r>
              <a:rPr lang="pt-PT" dirty="0" err="1"/>
              <a:t>System</a:t>
            </a:r>
            <a:endParaRPr lang="pt-P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dirty="0" err="1"/>
              <a:t>DDoS</a:t>
            </a:r>
            <a:r>
              <a:rPr lang="pt-PT" dirty="0"/>
              <a:t> – </a:t>
            </a:r>
            <a:r>
              <a:rPr lang="pt-PT" dirty="0" err="1"/>
              <a:t>Distributed</a:t>
            </a:r>
            <a:r>
              <a:rPr lang="pt-PT" dirty="0"/>
              <a:t> </a:t>
            </a:r>
            <a:r>
              <a:rPr lang="pt-PT" dirty="0" err="1"/>
              <a:t>Denial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Service</a:t>
            </a:r>
            <a:r>
              <a:rPr lang="pt-PT" dirty="0"/>
              <a:t> SNMP – </a:t>
            </a:r>
            <a:r>
              <a:rPr lang="pt-PT" dirty="0" err="1"/>
              <a:t>Simple</a:t>
            </a:r>
            <a:r>
              <a:rPr lang="pt-PT" dirty="0"/>
              <a:t> Network </a:t>
            </a:r>
            <a:r>
              <a:rPr lang="pt-PT" dirty="0" err="1"/>
              <a:t>Managment</a:t>
            </a:r>
            <a:r>
              <a:rPr lang="pt-PT" dirty="0"/>
              <a:t> </a:t>
            </a:r>
            <a:r>
              <a:rPr lang="pt-PT" dirty="0" err="1"/>
              <a:t>Protocol</a:t>
            </a:r>
            <a:endParaRPr lang="pt-PT" dirty="0"/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F3E98-9A5D-45F5-93FE-12A97506E8CA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8423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F3E98-9A5D-45F5-93FE-12A97506E8CA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27268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 err="1"/>
              <a:t>Port</a:t>
            </a:r>
            <a:r>
              <a:rPr lang="pt-PT" dirty="0"/>
              <a:t> </a:t>
            </a:r>
            <a:r>
              <a:rPr lang="pt-PT" dirty="0" err="1"/>
              <a:t>scanning</a:t>
            </a:r>
            <a:r>
              <a:rPr lang="pt-PT" dirty="0"/>
              <a:t>- técnica para identificar quais portas e serviços estão abertos num sistema alvo, procurando por potenciais pontos de entrada.</a:t>
            </a:r>
          </a:p>
          <a:p>
            <a:r>
              <a:rPr lang="pt-PT" dirty="0"/>
              <a:t>SNMP (</a:t>
            </a:r>
            <a:r>
              <a:rPr lang="pt-P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</a:t>
            </a:r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Network Management </a:t>
            </a:r>
            <a:r>
              <a:rPr lang="pt-P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Protocol</a:t>
            </a:r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pt-PT" dirty="0"/>
              <a:t>– Tentativa de extrair informações sobre a configuração e estado da rede</a:t>
            </a:r>
          </a:p>
          <a:p>
            <a:r>
              <a:rPr lang="pt-PT" dirty="0" err="1"/>
              <a:t>DDoS</a:t>
            </a:r>
            <a:r>
              <a:rPr lang="pt-PT" dirty="0"/>
              <a:t> – envia pedidos TCP, esgotando os recursos do alvo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F3E98-9A5D-45F5-93FE-12A97506E8CA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86655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5127625" cy="685799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A702D9-F0D6-6E51-C7A3-A37F4F89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4625" y="219869"/>
            <a:ext cx="373155" cy="364331"/>
          </a:xfrm>
          <a:prstGeom prst="rect">
            <a:avLst/>
          </a:prstGeom>
        </p:spPr>
        <p:txBody>
          <a:bodyPr/>
          <a:lstStyle/>
          <a:p>
            <a:fld id="{B4E73946-9152-2148-B286-BEF1B04A8193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B50CE-7411-9DF7-D5E1-A3E206F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285874"/>
            <a:ext cx="5508625" cy="3407337"/>
          </a:xfrm>
        </p:spPr>
        <p:txBody>
          <a:bodyPr anchor="b">
            <a:noAutofit/>
          </a:bodyPr>
          <a:lstStyle>
            <a:lvl1pPr>
              <a:defRPr sz="5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F0E4240-FCE5-B1CB-F0A1-3CC878A24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784326"/>
            <a:ext cx="5508625" cy="787800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224117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8CDC8F-EBCC-371F-A83A-69244C209993}"/>
              </a:ext>
            </a:extLst>
          </p:cNvPr>
          <p:cNvSpPr/>
          <p:nvPr userDrawn="1"/>
        </p:nvSpPr>
        <p:spPr>
          <a:xfrm>
            <a:off x="587376" y="584200"/>
            <a:ext cx="11017249" cy="5397500"/>
          </a:xfrm>
          <a:prstGeom prst="rect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A702D9-F0D6-6E51-C7A3-A37F4F89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4625" y="219869"/>
            <a:ext cx="373155" cy="364331"/>
          </a:xfrm>
          <a:prstGeom prst="rect">
            <a:avLst/>
          </a:prstGeom>
        </p:spPr>
        <p:txBody>
          <a:bodyPr/>
          <a:lstStyle/>
          <a:p>
            <a:fld id="{B4E73946-9152-2148-B286-BEF1B04A8193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B50CE-7411-9DF7-D5E1-A3E206F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100" y="1141095"/>
            <a:ext cx="9575802" cy="2521511"/>
          </a:xfrm>
        </p:spPr>
        <p:txBody>
          <a:bodyPr anchor="b">
            <a:noAutofit/>
          </a:bodyPr>
          <a:lstStyle>
            <a:lvl1pPr algn="ctr">
              <a:defRPr sz="5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F0E4240-FCE5-B1CB-F0A1-3CC878A24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08100" y="3753721"/>
            <a:ext cx="9575802" cy="1064024"/>
          </a:xfrm>
        </p:spPr>
        <p:txBody>
          <a:bodyPr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936894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A702D9-F0D6-6E51-C7A3-A37F4F89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4625" y="219869"/>
            <a:ext cx="373155" cy="364331"/>
          </a:xfrm>
          <a:prstGeom prst="rect">
            <a:avLst/>
          </a:prstGeom>
        </p:spPr>
        <p:txBody>
          <a:bodyPr/>
          <a:lstStyle/>
          <a:p>
            <a:fld id="{B4E73946-9152-2148-B286-BEF1B04A8193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B50CE-7411-9DF7-D5E1-A3E206F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6" y="984885"/>
            <a:ext cx="9480549" cy="2692961"/>
          </a:xfrm>
        </p:spPr>
        <p:txBody>
          <a:bodyPr anchor="b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F0E4240-FCE5-B1CB-F0A1-3CC878A24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376" y="3768961"/>
            <a:ext cx="9480549" cy="1064024"/>
          </a:xfrm>
        </p:spPr>
        <p:txBody>
          <a:bodyPr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7A19E8BE-47C2-34D2-2AC5-50FA401FA6AE}"/>
              </a:ext>
            </a:extLst>
          </p:cNvPr>
          <p:cNvSpPr/>
          <p:nvPr userDrawn="1"/>
        </p:nvSpPr>
        <p:spPr>
          <a:xfrm>
            <a:off x="587376" y="3723404"/>
            <a:ext cx="9480550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66136707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079875" cy="685799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A702D9-F0D6-6E51-C7A3-A37F4F89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4625" y="219869"/>
            <a:ext cx="373155" cy="364331"/>
          </a:xfrm>
          <a:prstGeom prst="rect">
            <a:avLst/>
          </a:prstGeom>
        </p:spPr>
        <p:txBody>
          <a:bodyPr/>
          <a:lstStyle/>
          <a:p>
            <a:fld id="{B4E73946-9152-2148-B286-BEF1B04A8193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B50CE-7411-9DF7-D5E1-A3E206F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76" y="1285874"/>
            <a:ext cx="7143750" cy="3407337"/>
          </a:xfrm>
        </p:spPr>
        <p:txBody>
          <a:bodyPr anchor="b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F0E4240-FCE5-B1CB-F0A1-3CC878A24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60876" y="4784326"/>
            <a:ext cx="7143750" cy="787800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927416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A702D9-F0D6-6E51-C7A3-A37F4F89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4625" y="219869"/>
            <a:ext cx="373155" cy="364331"/>
          </a:xfrm>
          <a:prstGeom prst="rect">
            <a:avLst/>
          </a:prstGeom>
        </p:spPr>
        <p:txBody>
          <a:bodyPr/>
          <a:lstStyle/>
          <a:p>
            <a:fld id="{B4E73946-9152-2148-B286-BEF1B04A8193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B50CE-7411-9DF7-D5E1-A3E206F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533" y="1767840"/>
            <a:ext cx="9414936" cy="1861958"/>
          </a:xfrm>
        </p:spPr>
        <p:txBody>
          <a:bodyPr anchor="b">
            <a:noAutofit/>
          </a:bodyPr>
          <a:lstStyle>
            <a:lvl1pPr algn="ctr"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F0E4240-FCE5-B1CB-F0A1-3CC878A24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88533" y="3720913"/>
            <a:ext cx="9414936" cy="787800"/>
          </a:xfrm>
        </p:spPr>
        <p:txBody>
          <a:bodyPr anchor="t"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181D6F-925D-11AF-2C98-147D20F7345F}"/>
              </a:ext>
            </a:extLst>
          </p:cNvPr>
          <p:cNvSpPr/>
          <p:nvPr userDrawn="1"/>
        </p:nvSpPr>
        <p:spPr>
          <a:xfrm>
            <a:off x="1308099" y="1706880"/>
            <a:ext cx="9575804" cy="1980168"/>
          </a:xfrm>
          <a:prstGeom prst="rect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lang="en-US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80572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A702D9-F0D6-6E51-C7A3-A37F4F89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4625" y="219869"/>
            <a:ext cx="373155" cy="364331"/>
          </a:xfrm>
          <a:prstGeom prst="rect">
            <a:avLst/>
          </a:prstGeom>
        </p:spPr>
        <p:txBody>
          <a:bodyPr/>
          <a:lstStyle/>
          <a:p>
            <a:fld id="{B4E73946-9152-2148-B286-BEF1B04A8193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B50CE-7411-9DF7-D5E1-A3E206F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533" y="1767840"/>
            <a:ext cx="9414936" cy="1861958"/>
          </a:xfrm>
        </p:spPr>
        <p:txBody>
          <a:bodyPr anchor="b">
            <a:noAutofit/>
          </a:bodyPr>
          <a:lstStyle>
            <a:lvl1pPr algn="ctr"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F0E4240-FCE5-B1CB-F0A1-3CC878A24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88533" y="3720913"/>
            <a:ext cx="9414936" cy="787800"/>
          </a:xfrm>
        </p:spPr>
        <p:txBody>
          <a:bodyPr anchor="t"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02958EE0-5C2B-9354-6BC1-3F5715D3E501}"/>
              </a:ext>
            </a:extLst>
          </p:cNvPr>
          <p:cNvSpPr/>
          <p:nvPr userDrawn="1"/>
        </p:nvSpPr>
        <p:spPr>
          <a:xfrm>
            <a:off x="5118100" y="3675356"/>
            <a:ext cx="1955801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20896301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CEDCBA5-E29C-F317-A1C0-30907E019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1786674"/>
            <a:ext cx="4498973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AC4168D-DBA3-1038-A267-B5C3991018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374" y="2885149"/>
            <a:ext cx="4498973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F87B46C0-64ED-A546-4708-0A59FB1013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87374" y="3983624"/>
            <a:ext cx="4498973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AAB606B-9644-6972-2910-97E020CD9AB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7374" y="5082100"/>
            <a:ext cx="4498973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F96B559-DDD5-C3D7-D7AB-8B85EFFCDCF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00745" y="1786674"/>
            <a:ext cx="4498973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42EE36C8-A9D5-2C5F-145D-1283212BAA4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00745" y="2885149"/>
            <a:ext cx="4498973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DEA311-A086-03BF-9C5A-FAC97198BA0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100745" y="3983624"/>
            <a:ext cx="4498973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222D379-4CBA-1530-BD95-FC018532A55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100745" y="5082100"/>
            <a:ext cx="4498973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665944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CEDCBA5-E29C-F317-A1C0-30907E019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1" y="1786674"/>
            <a:ext cx="5503718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AC4168D-DBA3-1038-A267-B5C3991018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1" y="2885149"/>
            <a:ext cx="5503718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F87B46C0-64ED-A546-4708-0A59FB1013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1" y="3983624"/>
            <a:ext cx="5503718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AAB606B-9644-6972-2910-97E020CD9AB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96001" y="5082100"/>
            <a:ext cx="5503718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93797374-5F30-18F8-BC16-299A9010910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" y="1786674"/>
            <a:ext cx="5086350" cy="3921899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8103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75247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CEDCBA5-E29C-F317-A1C0-30907E019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3" y="1786674"/>
            <a:ext cx="7524751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6E227C2C-7038-3050-0594-64731D0B0B1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486486" y="586129"/>
            <a:ext cx="3113232" cy="522311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82F900E-E7FA-C19B-AA97-572C491C48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87373" y="2635696"/>
            <a:ext cx="7524751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B6A171AC-A4A3-581C-9426-2414E9F2711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87373" y="3484718"/>
            <a:ext cx="7524751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05426E3-26ED-7EB8-86CA-70F1CEFF0F9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3" y="4333740"/>
            <a:ext cx="7524751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B14CD0C-88D2-2217-BD10-BEC6B32673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87373" y="5182764"/>
            <a:ext cx="7524751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082175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219445" y="2562554"/>
            <a:ext cx="5053504" cy="1439865"/>
          </a:xfrm>
        </p:spPr>
        <p:txBody>
          <a:bodyPr wrap="square" anchor="ctr">
            <a:noAutofit/>
          </a:bodyPr>
          <a:lstStyle>
            <a:lvl1pPr algn="ctr"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CEDCBA5-E29C-F317-A1C0-30907E019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86100" y="750598"/>
            <a:ext cx="8513616" cy="90184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82F900E-E7FA-C19B-AA97-572C491C48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086100" y="1789797"/>
            <a:ext cx="8513616" cy="90184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B6A171AC-A4A3-581C-9426-2414E9F2711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086100" y="2828996"/>
            <a:ext cx="8513616" cy="90184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05426E3-26ED-7EB8-86CA-70F1CEFF0F9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086100" y="3868195"/>
            <a:ext cx="8513616" cy="90184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B14CD0C-88D2-2217-BD10-BEC6B32673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091009" y="4907394"/>
            <a:ext cx="8513616" cy="90184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719562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4" y="584201"/>
            <a:ext cx="11020425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CEDCBA5-E29C-F317-A1C0-30907E019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185526"/>
            <a:ext cx="1946276" cy="312419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82F900E-E7FA-C19B-AA97-572C491C48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53531" y="2185526"/>
            <a:ext cx="1946276" cy="312419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B6A171AC-A4A3-581C-9426-2414E9F2711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22862" y="2185526"/>
            <a:ext cx="1946276" cy="312419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05426E3-26ED-7EB8-86CA-70F1CEFF0F9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392193" y="2185526"/>
            <a:ext cx="1946276" cy="312419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B14CD0C-88D2-2217-BD10-BEC6B32673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661524" y="2185526"/>
            <a:ext cx="1946276" cy="312419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C15AAC49-04E5-14A7-C4AC-CBFA1501A728}"/>
              </a:ext>
            </a:extLst>
          </p:cNvPr>
          <p:cNvSpPr/>
          <p:nvPr userDrawn="1"/>
        </p:nvSpPr>
        <p:spPr>
          <a:xfrm>
            <a:off x="595457" y="2122515"/>
            <a:ext cx="1947600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7" name="Line">
            <a:extLst>
              <a:ext uri="{FF2B5EF4-FFF2-40B4-BE49-F238E27FC236}">
                <a16:creationId xmlns:a16="http://schemas.microsoft.com/office/drawing/2014/main" id="{412D1F20-BF14-465E-15C6-366E2E87A127}"/>
              </a:ext>
            </a:extLst>
          </p:cNvPr>
          <p:cNvSpPr/>
          <p:nvPr userDrawn="1"/>
        </p:nvSpPr>
        <p:spPr>
          <a:xfrm>
            <a:off x="2862636" y="2122515"/>
            <a:ext cx="1947600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7C601C26-558A-0485-68FA-0B3A44C0012B}"/>
              </a:ext>
            </a:extLst>
          </p:cNvPr>
          <p:cNvSpPr/>
          <p:nvPr userDrawn="1"/>
        </p:nvSpPr>
        <p:spPr>
          <a:xfrm>
            <a:off x="5129815" y="2122515"/>
            <a:ext cx="1947600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71F2589F-8E0A-4564-4196-AB40887F481B}"/>
              </a:ext>
            </a:extLst>
          </p:cNvPr>
          <p:cNvSpPr/>
          <p:nvPr userDrawn="1"/>
        </p:nvSpPr>
        <p:spPr>
          <a:xfrm>
            <a:off x="7396994" y="2122515"/>
            <a:ext cx="1947600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041CC5FF-73DF-7404-2795-EBC523E73FB8}"/>
              </a:ext>
            </a:extLst>
          </p:cNvPr>
          <p:cNvSpPr/>
          <p:nvPr userDrawn="1"/>
        </p:nvSpPr>
        <p:spPr>
          <a:xfrm>
            <a:off x="9664172" y="2122515"/>
            <a:ext cx="1947600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89701391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2606040"/>
            <a:ext cx="4479925" cy="1645920"/>
          </a:xfrm>
        </p:spPr>
        <p:txBody>
          <a:bodyPr wrap="square" anchor="ctr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17B038DB-153E-EEB9-4032-900DD60BB2D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84203" y="1619834"/>
            <a:ext cx="5218313" cy="42371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81D5D28-3559-47CD-6745-A0FD325A50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203" y="1193483"/>
            <a:ext cx="5218313" cy="42371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Website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0F91C74D-71D2-5CA7-00FB-303FFB8E199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384203" y="2822121"/>
            <a:ext cx="5218313" cy="42371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C38AC1FC-26E5-358F-9100-9A46675DEF7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384203" y="2395770"/>
            <a:ext cx="5218313" cy="42371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FD2225E-A040-537E-36EA-C4957269F98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4203" y="4024408"/>
            <a:ext cx="5218313" cy="42371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726BF17D-F6A8-E12C-D100-56C59027A95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84203" y="3598057"/>
            <a:ext cx="5218313" cy="42371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Phone Number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F4495EFA-923F-DE8B-D07B-0CBD0EC85608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384203" y="5226695"/>
            <a:ext cx="5218313" cy="42371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A368480-EF27-8B04-A0A1-6A07E81A8FA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84203" y="4800344"/>
            <a:ext cx="5218313" cy="42371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Location</a:t>
            </a:r>
          </a:p>
        </p:txBody>
      </p:sp>
    </p:spTree>
    <p:extLst>
      <p:ext uri="{BB962C8B-B14F-4D97-AF65-F5344CB8AC3E}">
        <p14:creationId xmlns:p14="http://schemas.microsoft.com/office/powerpoint/2010/main" val="122808412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2606040"/>
            <a:ext cx="4479925" cy="1645920"/>
          </a:xfrm>
        </p:spPr>
        <p:txBody>
          <a:bodyPr wrap="square" anchor="ctr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8F5207-3A5D-41DF-E001-899C5F9FBCD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839091" y="1491191"/>
            <a:ext cx="513817" cy="513817"/>
          </a:xfrm>
          <a:custGeom>
            <a:avLst/>
            <a:gdLst>
              <a:gd name="connsiteX0" fmla="*/ 391447 w 513817"/>
              <a:gd name="connsiteY0" fmla="*/ 270430 h 513817"/>
              <a:gd name="connsiteX1" fmla="*/ 294093 w 513817"/>
              <a:gd name="connsiteY1" fmla="*/ 469872 h 513817"/>
              <a:gd name="connsiteX2" fmla="*/ 472576 w 513817"/>
              <a:gd name="connsiteY2" fmla="*/ 270430 h 513817"/>
              <a:gd name="connsiteX3" fmla="*/ 270430 w 513817"/>
              <a:gd name="connsiteY3" fmla="*/ 270430 h 513817"/>
              <a:gd name="connsiteX4" fmla="*/ 270430 w 513817"/>
              <a:gd name="connsiteY4" fmla="*/ 456351 h 513817"/>
              <a:gd name="connsiteX5" fmla="*/ 364404 w 513817"/>
              <a:gd name="connsiteY5" fmla="*/ 270430 h 513817"/>
              <a:gd name="connsiteX6" fmla="*/ 149413 w 513817"/>
              <a:gd name="connsiteY6" fmla="*/ 270430 h 513817"/>
              <a:gd name="connsiteX7" fmla="*/ 243387 w 513817"/>
              <a:gd name="connsiteY7" fmla="*/ 456351 h 513817"/>
              <a:gd name="connsiteX8" fmla="*/ 243387 w 513817"/>
              <a:gd name="connsiteY8" fmla="*/ 270430 h 513817"/>
              <a:gd name="connsiteX9" fmla="*/ 41241 w 513817"/>
              <a:gd name="connsiteY9" fmla="*/ 270430 h 513817"/>
              <a:gd name="connsiteX10" fmla="*/ 219724 w 513817"/>
              <a:gd name="connsiteY10" fmla="*/ 469872 h 513817"/>
              <a:gd name="connsiteX11" fmla="*/ 122370 w 513817"/>
              <a:gd name="connsiteY11" fmla="*/ 270430 h 513817"/>
              <a:gd name="connsiteX12" fmla="*/ 270430 w 513817"/>
              <a:gd name="connsiteY12" fmla="*/ 57466 h 513817"/>
              <a:gd name="connsiteX13" fmla="*/ 270430 w 513817"/>
              <a:gd name="connsiteY13" fmla="*/ 243387 h 513817"/>
              <a:gd name="connsiteX14" fmla="*/ 364404 w 513817"/>
              <a:gd name="connsiteY14" fmla="*/ 243387 h 513817"/>
              <a:gd name="connsiteX15" fmla="*/ 270430 w 513817"/>
              <a:gd name="connsiteY15" fmla="*/ 57466 h 513817"/>
              <a:gd name="connsiteX16" fmla="*/ 243387 w 513817"/>
              <a:gd name="connsiteY16" fmla="*/ 57466 h 513817"/>
              <a:gd name="connsiteX17" fmla="*/ 149413 w 513817"/>
              <a:gd name="connsiteY17" fmla="*/ 243387 h 513817"/>
              <a:gd name="connsiteX18" fmla="*/ 243387 w 513817"/>
              <a:gd name="connsiteY18" fmla="*/ 243387 h 513817"/>
              <a:gd name="connsiteX19" fmla="*/ 294093 w 513817"/>
              <a:gd name="connsiteY19" fmla="*/ 43945 h 513817"/>
              <a:gd name="connsiteX20" fmla="*/ 391447 w 513817"/>
              <a:gd name="connsiteY20" fmla="*/ 243387 h 513817"/>
              <a:gd name="connsiteX21" fmla="*/ 472576 w 513817"/>
              <a:gd name="connsiteY21" fmla="*/ 243387 h 513817"/>
              <a:gd name="connsiteX22" fmla="*/ 294093 w 513817"/>
              <a:gd name="connsiteY22" fmla="*/ 43945 h 513817"/>
              <a:gd name="connsiteX23" fmla="*/ 219724 w 513817"/>
              <a:gd name="connsiteY23" fmla="*/ 43945 h 513817"/>
              <a:gd name="connsiteX24" fmla="*/ 41241 w 513817"/>
              <a:gd name="connsiteY24" fmla="*/ 243387 h 513817"/>
              <a:gd name="connsiteX25" fmla="*/ 122370 w 513817"/>
              <a:gd name="connsiteY25" fmla="*/ 243387 h 513817"/>
              <a:gd name="connsiteX26" fmla="*/ 219724 w 513817"/>
              <a:gd name="connsiteY26" fmla="*/ 43945 h 513817"/>
              <a:gd name="connsiteX27" fmla="*/ 256909 w 513817"/>
              <a:gd name="connsiteY27" fmla="*/ 0 h 513817"/>
              <a:gd name="connsiteX28" fmla="*/ 513817 w 513817"/>
              <a:gd name="connsiteY28" fmla="*/ 256909 h 513817"/>
              <a:gd name="connsiteX29" fmla="*/ 256909 w 513817"/>
              <a:gd name="connsiteY29" fmla="*/ 513817 h 513817"/>
              <a:gd name="connsiteX30" fmla="*/ 0 w 513817"/>
              <a:gd name="connsiteY30" fmla="*/ 256909 h 513817"/>
              <a:gd name="connsiteX31" fmla="*/ 256909 w 513817"/>
              <a:gd name="connsiteY31" fmla="*/ 0 h 513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3817" h="513817">
                <a:moveTo>
                  <a:pt x="391447" y="270430"/>
                </a:moveTo>
                <a:cubicBezTo>
                  <a:pt x="386715" y="347503"/>
                  <a:pt x="338038" y="415786"/>
                  <a:pt x="294093" y="469872"/>
                </a:cubicBezTo>
                <a:cubicBezTo>
                  <a:pt x="391447" y="452970"/>
                  <a:pt x="466492" y="371165"/>
                  <a:pt x="472576" y="270430"/>
                </a:cubicBezTo>
                <a:close/>
                <a:moveTo>
                  <a:pt x="270430" y="270430"/>
                </a:moveTo>
                <a:lnTo>
                  <a:pt x="270430" y="456351"/>
                </a:lnTo>
                <a:cubicBezTo>
                  <a:pt x="313699" y="402941"/>
                  <a:pt x="358996" y="340066"/>
                  <a:pt x="364404" y="270430"/>
                </a:cubicBezTo>
                <a:close/>
                <a:moveTo>
                  <a:pt x="149413" y="270430"/>
                </a:moveTo>
                <a:cubicBezTo>
                  <a:pt x="154821" y="340066"/>
                  <a:pt x="200118" y="402941"/>
                  <a:pt x="243387" y="456351"/>
                </a:cubicBezTo>
                <a:lnTo>
                  <a:pt x="243387" y="270430"/>
                </a:lnTo>
                <a:close/>
                <a:moveTo>
                  <a:pt x="41241" y="270430"/>
                </a:moveTo>
                <a:cubicBezTo>
                  <a:pt x="47325" y="371165"/>
                  <a:pt x="122370" y="452970"/>
                  <a:pt x="219724" y="469872"/>
                </a:cubicBezTo>
                <a:cubicBezTo>
                  <a:pt x="175780" y="415786"/>
                  <a:pt x="127778" y="347503"/>
                  <a:pt x="122370" y="270430"/>
                </a:cubicBezTo>
                <a:close/>
                <a:moveTo>
                  <a:pt x="270430" y="57466"/>
                </a:moveTo>
                <a:lnTo>
                  <a:pt x="270430" y="243387"/>
                </a:lnTo>
                <a:lnTo>
                  <a:pt x="364404" y="243387"/>
                </a:lnTo>
                <a:cubicBezTo>
                  <a:pt x="358996" y="173075"/>
                  <a:pt x="313699" y="110876"/>
                  <a:pt x="270430" y="57466"/>
                </a:cubicBezTo>
                <a:close/>
                <a:moveTo>
                  <a:pt x="243387" y="57466"/>
                </a:moveTo>
                <a:cubicBezTo>
                  <a:pt x="200118" y="110876"/>
                  <a:pt x="154821" y="173751"/>
                  <a:pt x="149413" y="243387"/>
                </a:cubicBezTo>
                <a:lnTo>
                  <a:pt x="243387" y="243387"/>
                </a:lnTo>
                <a:close/>
                <a:moveTo>
                  <a:pt x="294093" y="43945"/>
                </a:moveTo>
                <a:cubicBezTo>
                  <a:pt x="338038" y="98031"/>
                  <a:pt x="386715" y="166314"/>
                  <a:pt x="391447" y="243387"/>
                </a:cubicBezTo>
                <a:lnTo>
                  <a:pt x="472576" y="243387"/>
                </a:lnTo>
                <a:cubicBezTo>
                  <a:pt x="466492" y="142652"/>
                  <a:pt x="391447" y="60847"/>
                  <a:pt x="294093" y="43945"/>
                </a:cubicBezTo>
                <a:close/>
                <a:moveTo>
                  <a:pt x="219724" y="43945"/>
                </a:moveTo>
                <a:cubicBezTo>
                  <a:pt x="122370" y="60847"/>
                  <a:pt x="47325" y="142652"/>
                  <a:pt x="41241" y="243387"/>
                </a:cubicBezTo>
                <a:lnTo>
                  <a:pt x="122370" y="243387"/>
                </a:lnTo>
                <a:cubicBezTo>
                  <a:pt x="127102" y="166314"/>
                  <a:pt x="175780" y="98031"/>
                  <a:pt x="219724" y="43945"/>
                </a:cubicBezTo>
                <a:close/>
                <a:moveTo>
                  <a:pt x="256909" y="0"/>
                </a:moveTo>
                <a:cubicBezTo>
                  <a:pt x="398884" y="0"/>
                  <a:pt x="513817" y="114933"/>
                  <a:pt x="513817" y="256909"/>
                </a:cubicBezTo>
                <a:cubicBezTo>
                  <a:pt x="513817" y="398884"/>
                  <a:pt x="398884" y="513817"/>
                  <a:pt x="256909" y="513817"/>
                </a:cubicBezTo>
                <a:cubicBezTo>
                  <a:pt x="114933" y="513817"/>
                  <a:pt x="0" y="398884"/>
                  <a:pt x="0" y="256909"/>
                </a:cubicBezTo>
                <a:cubicBezTo>
                  <a:pt x="0" y="114933"/>
                  <a:pt x="114933" y="0"/>
                  <a:pt x="2569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6B746-5A89-B7D9-956C-F0400442F30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825570" y="2569349"/>
            <a:ext cx="540860" cy="594946"/>
          </a:xfrm>
          <a:custGeom>
            <a:avLst/>
            <a:gdLst>
              <a:gd name="connsiteX0" fmla="*/ 270768 w 540860"/>
              <a:gd name="connsiteY0" fmla="*/ 393307 h 594946"/>
              <a:gd name="connsiteX1" fmla="*/ 205527 w 540860"/>
              <a:gd name="connsiteY1" fmla="*/ 419167 h 594946"/>
              <a:gd name="connsiteX2" fmla="*/ 196062 w 540860"/>
              <a:gd name="connsiteY2" fmla="*/ 427956 h 594946"/>
              <a:gd name="connsiteX3" fmla="*/ 62199 w 540860"/>
              <a:gd name="connsiteY3" fmla="*/ 554382 h 594946"/>
              <a:gd name="connsiteX4" fmla="*/ 478661 w 540860"/>
              <a:gd name="connsiteY4" fmla="*/ 554382 h 594946"/>
              <a:gd name="connsiteX5" fmla="*/ 345474 w 540860"/>
              <a:gd name="connsiteY5" fmla="*/ 427956 h 594946"/>
              <a:gd name="connsiteX6" fmla="*/ 336009 w 540860"/>
              <a:gd name="connsiteY6" fmla="*/ 419167 h 594946"/>
              <a:gd name="connsiteX7" fmla="*/ 270768 w 540860"/>
              <a:gd name="connsiteY7" fmla="*/ 393307 h 594946"/>
              <a:gd name="connsiteX8" fmla="*/ 500296 w 540860"/>
              <a:gd name="connsiteY8" fmla="*/ 281247 h 594946"/>
              <a:gd name="connsiteX9" fmla="*/ 365081 w 540860"/>
              <a:gd name="connsiteY9" fmla="*/ 409701 h 594946"/>
              <a:gd name="connsiteX10" fmla="*/ 500296 w 540860"/>
              <a:gd name="connsiteY10" fmla="*/ 538156 h 594946"/>
              <a:gd name="connsiteX11" fmla="*/ 40565 w 540860"/>
              <a:gd name="connsiteY11" fmla="*/ 280571 h 594946"/>
              <a:gd name="connsiteX12" fmla="*/ 40565 w 540860"/>
              <a:gd name="connsiteY12" fmla="*/ 537480 h 594946"/>
              <a:gd name="connsiteX13" fmla="*/ 175780 w 540860"/>
              <a:gd name="connsiteY13" fmla="*/ 409025 h 594946"/>
              <a:gd name="connsiteX14" fmla="*/ 270429 w 540860"/>
              <a:gd name="connsiteY14" fmla="*/ 215668 h 594946"/>
              <a:gd name="connsiteX15" fmla="*/ 248795 w 540860"/>
              <a:gd name="connsiteY15" fmla="*/ 237302 h 594946"/>
              <a:gd name="connsiteX16" fmla="*/ 270429 w 540860"/>
              <a:gd name="connsiteY16" fmla="*/ 258936 h 594946"/>
              <a:gd name="connsiteX17" fmla="*/ 292064 w 540860"/>
              <a:gd name="connsiteY17" fmla="*/ 237302 h 594946"/>
              <a:gd name="connsiteX18" fmla="*/ 270429 w 540860"/>
              <a:gd name="connsiteY18" fmla="*/ 215668 h 594946"/>
              <a:gd name="connsiteX19" fmla="*/ 271105 w 540860"/>
              <a:gd name="connsiteY19" fmla="*/ 147384 h 594946"/>
              <a:gd name="connsiteX20" fmla="*/ 358995 w 540860"/>
              <a:gd name="connsiteY20" fmla="*/ 235274 h 594946"/>
              <a:gd name="connsiteX21" fmla="*/ 358995 w 540860"/>
              <a:gd name="connsiteY21" fmla="*/ 256908 h 594946"/>
              <a:gd name="connsiteX22" fmla="*/ 337361 w 540860"/>
              <a:gd name="connsiteY22" fmla="*/ 278543 h 594946"/>
              <a:gd name="connsiteX23" fmla="*/ 304233 w 540860"/>
              <a:gd name="connsiteY23" fmla="*/ 263669 h 594946"/>
              <a:gd name="connsiteX24" fmla="*/ 248119 w 540860"/>
              <a:gd name="connsiteY24" fmla="*/ 272458 h 594946"/>
              <a:gd name="connsiteX25" fmla="*/ 229865 w 540860"/>
              <a:gd name="connsiteY25" fmla="*/ 219048 h 594946"/>
              <a:gd name="connsiteX26" fmla="*/ 279218 w 540860"/>
              <a:gd name="connsiteY26" fmla="*/ 192005 h 594946"/>
              <a:gd name="connsiteX27" fmla="*/ 315050 w 540860"/>
              <a:gd name="connsiteY27" fmla="*/ 235950 h 594946"/>
              <a:gd name="connsiteX28" fmla="*/ 336685 w 540860"/>
              <a:gd name="connsiteY28" fmla="*/ 257584 h 594946"/>
              <a:gd name="connsiteX29" fmla="*/ 336685 w 540860"/>
              <a:gd name="connsiteY29" fmla="*/ 235950 h 594946"/>
              <a:gd name="connsiteX30" fmla="*/ 271105 w 540860"/>
              <a:gd name="connsiteY30" fmla="*/ 170371 h 594946"/>
              <a:gd name="connsiteX31" fmla="*/ 205526 w 540860"/>
              <a:gd name="connsiteY31" fmla="*/ 235950 h 594946"/>
              <a:gd name="connsiteX32" fmla="*/ 270429 w 540860"/>
              <a:gd name="connsiteY32" fmla="*/ 301529 h 594946"/>
              <a:gd name="connsiteX33" fmla="*/ 303557 w 540860"/>
              <a:gd name="connsiteY33" fmla="*/ 293416 h 594946"/>
              <a:gd name="connsiteX34" fmla="*/ 319107 w 540860"/>
              <a:gd name="connsiteY34" fmla="*/ 298149 h 594946"/>
              <a:gd name="connsiteX35" fmla="*/ 314374 w 540860"/>
              <a:gd name="connsiteY35" fmla="*/ 313698 h 594946"/>
              <a:gd name="connsiteX36" fmla="*/ 270429 w 540860"/>
              <a:gd name="connsiteY36" fmla="*/ 324516 h 594946"/>
              <a:gd name="connsiteX37" fmla="*/ 183216 w 540860"/>
              <a:gd name="connsiteY37" fmla="*/ 235274 h 594946"/>
              <a:gd name="connsiteX38" fmla="*/ 271105 w 540860"/>
              <a:gd name="connsiteY38" fmla="*/ 147384 h 594946"/>
              <a:gd name="connsiteX39" fmla="*/ 135215 w 540860"/>
              <a:gd name="connsiteY39" fmla="*/ 108172 h 594946"/>
              <a:gd name="connsiteX40" fmla="*/ 135215 w 540860"/>
              <a:gd name="connsiteY40" fmla="*/ 333305 h 594946"/>
              <a:gd name="connsiteX41" fmla="*/ 196062 w 540860"/>
              <a:gd name="connsiteY41" fmla="*/ 391447 h 594946"/>
              <a:gd name="connsiteX42" fmla="*/ 344798 w 540860"/>
              <a:gd name="connsiteY42" fmla="*/ 391447 h 594946"/>
              <a:gd name="connsiteX43" fmla="*/ 405645 w 540860"/>
              <a:gd name="connsiteY43" fmla="*/ 333305 h 594946"/>
              <a:gd name="connsiteX44" fmla="*/ 405645 w 540860"/>
              <a:gd name="connsiteY44" fmla="*/ 108172 h 594946"/>
              <a:gd name="connsiteX45" fmla="*/ 270430 w 540860"/>
              <a:gd name="connsiteY45" fmla="*/ 0 h 594946"/>
              <a:gd name="connsiteX46" fmla="*/ 351559 w 540860"/>
              <a:gd name="connsiteY46" fmla="*/ 67608 h 594946"/>
              <a:gd name="connsiteX47" fmla="*/ 446210 w 540860"/>
              <a:gd name="connsiteY47" fmla="*/ 67608 h 594946"/>
              <a:gd name="connsiteX48" fmla="*/ 446210 w 540860"/>
              <a:gd name="connsiteY48" fmla="*/ 126426 h 594946"/>
              <a:gd name="connsiteX49" fmla="*/ 540860 w 540860"/>
              <a:gd name="connsiteY49" fmla="*/ 217020 h 594946"/>
              <a:gd name="connsiteX50" fmla="*/ 540860 w 540860"/>
              <a:gd name="connsiteY50" fmla="*/ 594946 h 594946"/>
              <a:gd name="connsiteX51" fmla="*/ 0 w 540860"/>
              <a:gd name="connsiteY51" fmla="*/ 594946 h 594946"/>
              <a:gd name="connsiteX52" fmla="*/ 0 w 540860"/>
              <a:gd name="connsiteY52" fmla="*/ 217020 h 594946"/>
              <a:gd name="connsiteX53" fmla="*/ 94651 w 540860"/>
              <a:gd name="connsiteY53" fmla="*/ 127102 h 594946"/>
              <a:gd name="connsiteX54" fmla="*/ 94651 w 540860"/>
              <a:gd name="connsiteY54" fmla="*/ 67608 h 594946"/>
              <a:gd name="connsiteX55" fmla="*/ 189301 w 540860"/>
              <a:gd name="connsiteY55" fmla="*/ 67608 h 594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40860" h="594946">
                <a:moveTo>
                  <a:pt x="270768" y="393307"/>
                </a:moveTo>
                <a:cubicBezTo>
                  <a:pt x="247275" y="393307"/>
                  <a:pt x="223781" y="401927"/>
                  <a:pt x="205527" y="419167"/>
                </a:cubicBezTo>
                <a:lnTo>
                  <a:pt x="196062" y="427956"/>
                </a:lnTo>
                <a:lnTo>
                  <a:pt x="62199" y="554382"/>
                </a:lnTo>
                <a:lnTo>
                  <a:pt x="478661" y="554382"/>
                </a:lnTo>
                <a:lnTo>
                  <a:pt x="345474" y="427956"/>
                </a:lnTo>
                <a:lnTo>
                  <a:pt x="336009" y="419167"/>
                </a:lnTo>
                <a:cubicBezTo>
                  <a:pt x="317755" y="401927"/>
                  <a:pt x="294262" y="393307"/>
                  <a:pt x="270768" y="393307"/>
                </a:cubicBezTo>
                <a:close/>
                <a:moveTo>
                  <a:pt x="500296" y="281247"/>
                </a:moveTo>
                <a:lnTo>
                  <a:pt x="365081" y="409701"/>
                </a:lnTo>
                <a:lnTo>
                  <a:pt x="500296" y="538156"/>
                </a:lnTo>
                <a:close/>
                <a:moveTo>
                  <a:pt x="40565" y="280571"/>
                </a:moveTo>
                <a:lnTo>
                  <a:pt x="40565" y="537480"/>
                </a:lnTo>
                <a:lnTo>
                  <a:pt x="175780" y="409025"/>
                </a:lnTo>
                <a:close/>
                <a:moveTo>
                  <a:pt x="270429" y="215668"/>
                </a:moveTo>
                <a:cubicBezTo>
                  <a:pt x="258936" y="215668"/>
                  <a:pt x="248795" y="225133"/>
                  <a:pt x="248795" y="237302"/>
                </a:cubicBezTo>
                <a:cubicBezTo>
                  <a:pt x="248795" y="248795"/>
                  <a:pt x="258260" y="258936"/>
                  <a:pt x="270429" y="258936"/>
                </a:cubicBezTo>
                <a:cubicBezTo>
                  <a:pt x="282599" y="258936"/>
                  <a:pt x="292064" y="249471"/>
                  <a:pt x="292064" y="237302"/>
                </a:cubicBezTo>
                <a:cubicBezTo>
                  <a:pt x="292064" y="225133"/>
                  <a:pt x="282599" y="215668"/>
                  <a:pt x="270429" y="215668"/>
                </a:cubicBezTo>
                <a:close/>
                <a:moveTo>
                  <a:pt x="271105" y="147384"/>
                </a:moveTo>
                <a:cubicBezTo>
                  <a:pt x="319783" y="147384"/>
                  <a:pt x="358995" y="186596"/>
                  <a:pt x="358995" y="235274"/>
                </a:cubicBezTo>
                <a:lnTo>
                  <a:pt x="358995" y="256908"/>
                </a:lnTo>
                <a:cubicBezTo>
                  <a:pt x="358995" y="269078"/>
                  <a:pt x="349530" y="278543"/>
                  <a:pt x="337361" y="278543"/>
                </a:cubicBezTo>
                <a:cubicBezTo>
                  <a:pt x="324515" y="278543"/>
                  <a:pt x="312346" y="273134"/>
                  <a:pt x="304233" y="263669"/>
                </a:cubicBezTo>
                <a:cubicBezTo>
                  <a:pt x="290035" y="279895"/>
                  <a:pt x="266373" y="283275"/>
                  <a:pt x="248119" y="272458"/>
                </a:cubicBezTo>
                <a:cubicBezTo>
                  <a:pt x="229865" y="261641"/>
                  <a:pt x="222428" y="238654"/>
                  <a:pt x="229865" y="219048"/>
                </a:cubicBezTo>
                <a:cubicBezTo>
                  <a:pt x="237302" y="199442"/>
                  <a:pt x="258260" y="187949"/>
                  <a:pt x="279218" y="192005"/>
                </a:cubicBezTo>
                <a:cubicBezTo>
                  <a:pt x="300177" y="196061"/>
                  <a:pt x="315050" y="214315"/>
                  <a:pt x="315050" y="235950"/>
                </a:cubicBezTo>
                <a:cubicBezTo>
                  <a:pt x="315050" y="248119"/>
                  <a:pt x="324515" y="257584"/>
                  <a:pt x="336685" y="257584"/>
                </a:cubicBezTo>
                <a:lnTo>
                  <a:pt x="336685" y="235950"/>
                </a:lnTo>
                <a:cubicBezTo>
                  <a:pt x="336685" y="199442"/>
                  <a:pt x="306937" y="170371"/>
                  <a:pt x="271105" y="170371"/>
                </a:cubicBezTo>
                <a:cubicBezTo>
                  <a:pt x="235273" y="170371"/>
                  <a:pt x="205526" y="200118"/>
                  <a:pt x="205526" y="235950"/>
                </a:cubicBezTo>
                <a:cubicBezTo>
                  <a:pt x="204850" y="271782"/>
                  <a:pt x="234597" y="301529"/>
                  <a:pt x="270429" y="301529"/>
                </a:cubicBezTo>
                <a:cubicBezTo>
                  <a:pt x="281923" y="301529"/>
                  <a:pt x="293416" y="298825"/>
                  <a:pt x="303557" y="293416"/>
                </a:cubicBezTo>
                <a:cubicBezTo>
                  <a:pt x="308966" y="290712"/>
                  <a:pt x="315726" y="292740"/>
                  <a:pt x="319107" y="298149"/>
                </a:cubicBezTo>
                <a:cubicBezTo>
                  <a:pt x="321811" y="303557"/>
                  <a:pt x="319783" y="310318"/>
                  <a:pt x="314374" y="313698"/>
                </a:cubicBezTo>
                <a:cubicBezTo>
                  <a:pt x="300853" y="320459"/>
                  <a:pt x="285979" y="324516"/>
                  <a:pt x="270429" y="324516"/>
                </a:cubicBezTo>
                <a:cubicBezTo>
                  <a:pt x="221752" y="323840"/>
                  <a:pt x="182540" y="284627"/>
                  <a:pt x="183216" y="235274"/>
                </a:cubicBezTo>
                <a:cubicBezTo>
                  <a:pt x="183216" y="186596"/>
                  <a:pt x="222428" y="147384"/>
                  <a:pt x="271105" y="147384"/>
                </a:cubicBezTo>
                <a:close/>
                <a:moveTo>
                  <a:pt x="135215" y="108172"/>
                </a:moveTo>
                <a:lnTo>
                  <a:pt x="135215" y="333305"/>
                </a:lnTo>
                <a:lnTo>
                  <a:pt x="196062" y="391447"/>
                </a:lnTo>
                <a:cubicBezTo>
                  <a:pt x="240007" y="357644"/>
                  <a:pt x="300853" y="357644"/>
                  <a:pt x="344798" y="391447"/>
                </a:cubicBezTo>
                <a:lnTo>
                  <a:pt x="405645" y="333305"/>
                </a:lnTo>
                <a:lnTo>
                  <a:pt x="405645" y="108172"/>
                </a:lnTo>
                <a:close/>
                <a:moveTo>
                  <a:pt x="270430" y="0"/>
                </a:moveTo>
                <a:lnTo>
                  <a:pt x="351559" y="67608"/>
                </a:lnTo>
                <a:lnTo>
                  <a:pt x="446210" y="67608"/>
                </a:lnTo>
                <a:lnTo>
                  <a:pt x="446210" y="126426"/>
                </a:lnTo>
                <a:lnTo>
                  <a:pt x="540860" y="217020"/>
                </a:lnTo>
                <a:lnTo>
                  <a:pt x="540860" y="594946"/>
                </a:lnTo>
                <a:lnTo>
                  <a:pt x="0" y="594946"/>
                </a:lnTo>
                <a:lnTo>
                  <a:pt x="0" y="217020"/>
                </a:lnTo>
                <a:lnTo>
                  <a:pt x="94651" y="127102"/>
                </a:lnTo>
                <a:lnTo>
                  <a:pt x="94651" y="67608"/>
                </a:lnTo>
                <a:lnTo>
                  <a:pt x="189301" y="676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02F571-EE30-0274-9D91-1880425A90B7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825911" y="3715116"/>
            <a:ext cx="539842" cy="541115"/>
          </a:xfrm>
          <a:custGeom>
            <a:avLst/>
            <a:gdLst>
              <a:gd name="connsiteX0" fmla="*/ 417472 w 539842"/>
              <a:gd name="connsiteY0" fmla="*/ 321135 h 541115"/>
              <a:gd name="connsiteX1" fmla="*/ 438431 w 539842"/>
              <a:gd name="connsiteY1" fmla="*/ 329924 h 541115"/>
              <a:gd name="connsiteX2" fmla="*/ 531729 w 539842"/>
              <a:gd name="connsiteY2" fmla="*/ 423222 h 541115"/>
              <a:gd name="connsiteX3" fmla="*/ 539842 w 539842"/>
              <a:gd name="connsiteY3" fmla="*/ 444181 h 541115"/>
              <a:gd name="connsiteX4" fmla="*/ 531053 w 539842"/>
              <a:gd name="connsiteY4" fmla="*/ 465139 h 541115"/>
              <a:gd name="connsiteX5" fmla="*/ 520912 w 539842"/>
              <a:gd name="connsiteY5" fmla="*/ 475280 h 541115"/>
              <a:gd name="connsiteX6" fmla="*/ 386373 w 539842"/>
              <a:gd name="connsiteY6" fmla="*/ 340741 h 541115"/>
              <a:gd name="connsiteX7" fmla="*/ 396514 w 539842"/>
              <a:gd name="connsiteY7" fmla="*/ 329924 h 541115"/>
              <a:gd name="connsiteX8" fmla="*/ 417472 w 539842"/>
              <a:gd name="connsiteY8" fmla="*/ 321135 h 541115"/>
              <a:gd name="connsiteX9" fmla="*/ 44956 w 539842"/>
              <a:gd name="connsiteY9" fmla="*/ 39888 h 541115"/>
              <a:gd name="connsiteX10" fmla="*/ 179495 w 539842"/>
              <a:gd name="connsiteY10" fmla="*/ 174427 h 541115"/>
              <a:gd name="connsiteX11" fmla="*/ 158536 w 539842"/>
              <a:gd name="connsiteY11" fmla="*/ 194709 h 541115"/>
              <a:gd name="connsiteX12" fmla="*/ 154480 w 539842"/>
              <a:gd name="connsiteY12" fmla="*/ 204850 h 541115"/>
              <a:gd name="connsiteX13" fmla="*/ 158536 w 539842"/>
              <a:gd name="connsiteY13" fmla="*/ 214991 h 541115"/>
              <a:gd name="connsiteX14" fmla="*/ 326203 w 539842"/>
              <a:gd name="connsiteY14" fmla="*/ 381982 h 541115"/>
              <a:gd name="connsiteX15" fmla="*/ 336344 w 539842"/>
              <a:gd name="connsiteY15" fmla="*/ 386038 h 541115"/>
              <a:gd name="connsiteX16" fmla="*/ 346485 w 539842"/>
              <a:gd name="connsiteY16" fmla="*/ 381982 h 541115"/>
              <a:gd name="connsiteX17" fmla="*/ 366767 w 539842"/>
              <a:gd name="connsiteY17" fmla="*/ 361024 h 541115"/>
              <a:gd name="connsiteX18" fmla="*/ 500630 w 539842"/>
              <a:gd name="connsiteY18" fmla="*/ 495563 h 541115"/>
              <a:gd name="connsiteX19" fmla="*/ 482376 w 539842"/>
              <a:gd name="connsiteY19" fmla="*/ 513817 h 541115"/>
              <a:gd name="connsiteX20" fmla="*/ 413417 w 539842"/>
              <a:gd name="connsiteY20" fmla="*/ 540860 h 541115"/>
              <a:gd name="connsiteX21" fmla="*/ 305245 w 539842"/>
              <a:gd name="connsiteY21" fmla="*/ 509084 h 541115"/>
              <a:gd name="connsiteX22" fmla="*/ 262652 w 539842"/>
              <a:gd name="connsiteY22" fmla="*/ 482041 h 541115"/>
              <a:gd name="connsiteX23" fmla="*/ 56449 w 539842"/>
              <a:gd name="connsiteY23" fmla="*/ 269077 h 541115"/>
              <a:gd name="connsiteX24" fmla="*/ 15885 w 539842"/>
              <a:gd name="connsiteY24" fmla="*/ 198090 h 541115"/>
              <a:gd name="connsiteX25" fmla="*/ 335 w 539842"/>
              <a:gd name="connsiteY25" fmla="*/ 110200 h 541115"/>
              <a:gd name="connsiteX26" fmla="*/ 22645 w 539842"/>
              <a:gd name="connsiteY26" fmla="*/ 62198 h 541115"/>
              <a:gd name="connsiteX27" fmla="*/ 44956 w 539842"/>
              <a:gd name="connsiteY27" fmla="*/ 39888 h 541115"/>
              <a:gd name="connsiteX28" fmla="*/ 97013 w 539842"/>
              <a:gd name="connsiteY28" fmla="*/ 0 h 541115"/>
              <a:gd name="connsiteX29" fmla="*/ 117296 w 539842"/>
              <a:gd name="connsiteY29" fmla="*/ 8789 h 541115"/>
              <a:gd name="connsiteX30" fmla="*/ 210594 w 539842"/>
              <a:gd name="connsiteY30" fmla="*/ 101411 h 541115"/>
              <a:gd name="connsiteX31" fmla="*/ 219383 w 539842"/>
              <a:gd name="connsiteY31" fmla="*/ 122370 h 541115"/>
              <a:gd name="connsiteX32" fmla="*/ 210594 w 539842"/>
              <a:gd name="connsiteY32" fmla="*/ 143328 h 541115"/>
              <a:gd name="connsiteX33" fmla="*/ 200453 w 539842"/>
              <a:gd name="connsiteY33" fmla="*/ 153469 h 541115"/>
              <a:gd name="connsiteX34" fmla="*/ 65914 w 539842"/>
              <a:gd name="connsiteY34" fmla="*/ 18930 h 541115"/>
              <a:gd name="connsiteX35" fmla="*/ 76055 w 539842"/>
              <a:gd name="connsiteY35" fmla="*/ 8789 h 541115"/>
              <a:gd name="connsiteX36" fmla="*/ 97013 w 539842"/>
              <a:gd name="connsiteY36" fmla="*/ 0 h 541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39842" h="541115">
                <a:moveTo>
                  <a:pt x="417472" y="321135"/>
                </a:moveTo>
                <a:cubicBezTo>
                  <a:pt x="425585" y="321135"/>
                  <a:pt x="433022" y="324515"/>
                  <a:pt x="438431" y="329924"/>
                </a:cubicBezTo>
                <a:lnTo>
                  <a:pt x="531729" y="423222"/>
                </a:lnTo>
                <a:cubicBezTo>
                  <a:pt x="537138" y="428631"/>
                  <a:pt x="539842" y="436068"/>
                  <a:pt x="539842" y="444181"/>
                </a:cubicBezTo>
                <a:cubicBezTo>
                  <a:pt x="539842" y="452294"/>
                  <a:pt x="536462" y="459730"/>
                  <a:pt x="531053" y="465139"/>
                </a:cubicBezTo>
                <a:lnTo>
                  <a:pt x="520912" y="475280"/>
                </a:lnTo>
                <a:lnTo>
                  <a:pt x="386373" y="340741"/>
                </a:lnTo>
                <a:lnTo>
                  <a:pt x="396514" y="329924"/>
                </a:lnTo>
                <a:cubicBezTo>
                  <a:pt x="401923" y="324515"/>
                  <a:pt x="409360" y="321135"/>
                  <a:pt x="417472" y="321135"/>
                </a:cubicBezTo>
                <a:close/>
                <a:moveTo>
                  <a:pt x="44956" y="39888"/>
                </a:moveTo>
                <a:lnTo>
                  <a:pt x="179495" y="174427"/>
                </a:lnTo>
                <a:lnTo>
                  <a:pt x="158536" y="194709"/>
                </a:lnTo>
                <a:cubicBezTo>
                  <a:pt x="155832" y="197413"/>
                  <a:pt x="154480" y="201470"/>
                  <a:pt x="154480" y="204850"/>
                </a:cubicBezTo>
                <a:cubicBezTo>
                  <a:pt x="154480" y="208231"/>
                  <a:pt x="155832" y="212287"/>
                  <a:pt x="158536" y="214991"/>
                </a:cubicBezTo>
                <a:lnTo>
                  <a:pt x="326203" y="381982"/>
                </a:lnTo>
                <a:cubicBezTo>
                  <a:pt x="328907" y="384686"/>
                  <a:pt x="332964" y="386038"/>
                  <a:pt x="336344" y="386038"/>
                </a:cubicBezTo>
                <a:cubicBezTo>
                  <a:pt x="339724" y="386038"/>
                  <a:pt x="343781" y="384686"/>
                  <a:pt x="346485" y="381982"/>
                </a:cubicBezTo>
                <a:lnTo>
                  <a:pt x="366767" y="361024"/>
                </a:lnTo>
                <a:lnTo>
                  <a:pt x="500630" y="495563"/>
                </a:lnTo>
                <a:lnTo>
                  <a:pt x="482376" y="513817"/>
                </a:lnTo>
                <a:cubicBezTo>
                  <a:pt x="464798" y="532747"/>
                  <a:pt x="439107" y="542888"/>
                  <a:pt x="413417" y="540860"/>
                </a:cubicBezTo>
                <a:cubicBezTo>
                  <a:pt x="374880" y="538155"/>
                  <a:pt x="339048" y="525986"/>
                  <a:pt x="305245" y="509084"/>
                </a:cubicBezTo>
                <a:cubicBezTo>
                  <a:pt x="290371" y="500971"/>
                  <a:pt x="276173" y="492182"/>
                  <a:pt x="262652" y="482041"/>
                </a:cubicBezTo>
                <a:cubicBezTo>
                  <a:pt x="181523" y="424575"/>
                  <a:pt x="111887" y="352235"/>
                  <a:pt x="56449" y="269077"/>
                </a:cubicBezTo>
                <a:cubicBezTo>
                  <a:pt x="40899" y="246767"/>
                  <a:pt x="26702" y="223104"/>
                  <a:pt x="15885" y="198090"/>
                </a:cubicBezTo>
                <a:cubicBezTo>
                  <a:pt x="5743" y="169694"/>
                  <a:pt x="-1693" y="140623"/>
                  <a:pt x="335" y="110200"/>
                </a:cubicBezTo>
                <a:cubicBezTo>
                  <a:pt x="1011" y="91946"/>
                  <a:pt x="9124" y="75044"/>
                  <a:pt x="22645" y="62198"/>
                </a:cubicBezTo>
                <a:cubicBezTo>
                  <a:pt x="28054" y="56790"/>
                  <a:pt x="36167" y="48677"/>
                  <a:pt x="44956" y="39888"/>
                </a:cubicBezTo>
                <a:close/>
                <a:moveTo>
                  <a:pt x="97013" y="0"/>
                </a:moveTo>
                <a:cubicBezTo>
                  <a:pt x="104450" y="0"/>
                  <a:pt x="111887" y="3380"/>
                  <a:pt x="117296" y="8789"/>
                </a:cubicBezTo>
                <a:lnTo>
                  <a:pt x="210594" y="101411"/>
                </a:lnTo>
                <a:cubicBezTo>
                  <a:pt x="216003" y="106820"/>
                  <a:pt x="219383" y="114257"/>
                  <a:pt x="219383" y="122370"/>
                </a:cubicBezTo>
                <a:cubicBezTo>
                  <a:pt x="219383" y="130482"/>
                  <a:pt x="216003" y="137919"/>
                  <a:pt x="210594" y="143328"/>
                </a:cubicBezTo>
                <a:lnTo>
                  <a:pt x="200453" y="153469"/>
                </a:lnTo>
                <a:lnTo>
                  <a:pt x="65914" y="18930"/>
                </a:lnTo>
                <a:lnTo>
                  <a:pt x="76055" y="8789"/>
                </a:lnTo>
                <a:cubicBezTo>
                  <a:pt x="81464" y="3380"/>
                  <a:pt x="89577" y="0"/>
                  <a:pt x="970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DFB2A89-AC5C-16AF-5F55-FA3C97E4CD7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954486" y="4874403"/>
            <a:ext cx="283026" cy="459731"/>
          </a:xfrm>
          <a:custGeom>
            <a:avLst/>
            <a:gdLst>
              <a:gd name="connsiteX0" fmla="*/ 141514 w 283026"/>
              <a:gd name="connsiteY0" fmla="*/ 81129 h 459731"/>
              <a:gd name="connsiteX1" fmla="*/ 80667 w 283026"/>
              <a:gd name="connsiteY1" fmla="*/ 141976 h 459731"/>
              <a:gd name="connsiteX2" fmla="*/ 141514 w 283026"/>
              <a:gd name="connsiteY2" fmla="*/ 202823 h 459731"/>
              <a:gd name="connsiteX3" fmla="*/ 202361 w 283026"/>
              <a:gd name="connsiteY3" fmla="*/ 141976 h 459731"/>
              <a:gd name="connsiteX4" fmla="*/ 141514 w 283026"/>
              <a:gd name="connsiteY4" fmla="*/ 81129 h 459731"/>
              <a:gd name="connsiteX5" fmla="*/ 141514 w 283026"/>
              <a:gd name="connsiteY5" fmla="*/ 0 h 459731"/>
              <a:gd name="connsiteX6" fmla="*/ 258475 w 283026"/>
              <a:gd name="connsiteY6" fmla="*/ 62199 h 459731"/>
              <a:gd name="connsiteX7" fmla="*/ 273348 w 283026"/>
              <a:gd name="connsiteY7" fmla="*/ 194034 h 459731"/>
              <a:gd name="connsiteX8" fmla="*/ 209121 w 283026"/>
              <a:gd name="connsiteY8" fmla="*/ 336009 h 459731"/>
              <a:gd name="connsiteX9" fmla="*/ 153683 w 283026"/>
              <a:gd name="connsiteY9" fmla="*/ 452294 h 459731"/>
              <a:gd name="connsiteX10" fmla="*/ 141514 w 283026"/>
              <a:gd name="connsiteY10" fmla="*/ 459731 h 459731"/>
              <a:gd name="connsiteX11" fmla="*/ 129344 w 283026"/>
              <a:gd name="connsiteY11" fmla="*/ 452294 h 459731"/>
              <a:gd name="connsiteX12" fmla="*/ 73906 w 283026"/>
              <a:gd name="connsiteY12" fmla="*/ 336009 h 459731"/>
              <a:gd name="connsiteX13" fmla="*/ 9679 w 283026"/>
              <a:gd name="connsiteY13" fmla="*/ 194034 h 459731"/>
              <a:gd name="connsiteX14" fmla="*/ 24553 w 283026"/>
              <a:gd name="connsiteY14" fmla="*/ 62199 h 459731"/>
              <a:gd name="connsiteX15" fmla="*/ 141514 w 283026"/>
              <a:gd name="connsiteY15" fmla="*/ 0 h 459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3026" h="459731">
                <a:moveTo>
                  <a:pt x="141514" y="81129"/>
                </a:moveTo>
                <a:cubicBezTo>
                  <a:pt x="107710" y="81129"/>
                  <a:pt x="80667" y="108172"/>
                  <a:pt x="80667" y="141976"/>
                </a:cubicBezTo>
                <a:cubicBezTo>
                  <a:pt x="80667" y="175780"/>
                  <a:pt x="107710" y="202823"/>
                  <a:pt x="141514" y="202823"/>
                </a:cubicBezTo>
                <a:cubicBezTo>
                  <a:pt x="175318" y="202823"/>
                  <a:pt x="202361" y="175780"/>
                  <a:pt x="202361" y="141976"/>
                </a:cubicBezTo>
                <a:cubicBezTo>
                  <a:pt x="202361" y="108172"/>
                  <a:pt x="175318" y="81129"/>
                  <a:pt x="141514" y="81129"/>
                </a:cubicBezTo>
                <a:close/>
                <a:moveTo>
                  <a:pt x="141514" y="0"/>
                </a:moveTo>
                <a:cubicBezTo>
                  <a:pt x="188163" y="0"/>
                  <a:pt x="232108" y="22987"/>
                  <a:pt x="258475" y="62199"/>
                </a:cubicBezTo>
                <a:cubicBezTo>
                  <a:pt x="284842" y="100735"/>
                  <a:pt x="290250" y="150089"/>
                  <a:pt x="273348" y="194034"/>
                </a:cubicBezTo>
                <a:lnTo>
                  <a:pt x="209121" y="336009"/>
                </a:lnTo>
                <a:lnTo>
                  <a:pt x="153683" y="452294"/>
                </a:lnTo>
                <a:cubicBezTo>
                  <a:pt x="151655" y="457027"/>
                  <a:pt x="146922" y="459731"/>
                  <a:pt x="141514" y="459731"/>
                </a:cubicBezTo>
                <a:cubicBezTo>
                  <a:pt x="136105" y="459731"/>
                  <a:pt x="131373" y="457027"/>
                  <a:pt x="129344" y="452294"/>
                </a:cubicBezTo>
                <a:lnTo>
                  <a:pt x="73906" y="336009"/>
                </a:lnTo>
                <a:lnTo>
                  <a:pt x="9679" y="194034"/>
                </a:lnTo>
                <a:cubicBezTo>
                  <a:pt x="-7223" y="150089"/>
                  <a:pt x="-1814" y="100735"/>
                  <a:pt x="24553" y="62199"/>
                </a:cubicBezTo>
                <a:cubicBezTo>
                  <a:pt x="50920" y="22987"/>
                  <a:pt x="94865" y="0"/>
                  <a:pt x="14151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CE9B7D8-D58F-9523-0E67-4514CB183C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72679" y="1376535"/>
            <a:ext cx="5031946" cy="74725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EF375A-DB4B-0D72-D9D2-3EB6808A484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72679" y="2571746"/>
            <a:ext cx="5031946" cy="74725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297AFCA-8E69-DE98-463D-2FA9BCF0AC0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72679" y="3538996"/>
            <a:ext cx="5031946" cy="74725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61A065D-CD5C-5187-2E10-38939668730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572679" y="4730643"/>
            <a:ext cx="5031946" cy="74725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444435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BEFECB-CF03-7F1C-AB91-43ED0E5E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237" y="2194562"/>
            <a:ext cx="8137526" cy="1577478"/>
          </a:xfrm>
        </p:spPr>
        <p:txBody>
          <a:bodyPr anchor="b">
            <a:noAutofit/>
          </a:bodyPr>
          <a:lstStyle>
            <a:lvl1pPr algn="ctr"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97C8C00-90C8-D879-657C-39E414130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7237" y="3863155"/>
            <a:ext cx="8137526" cy="787800"/>
          </a:xfrm>
        </p:spPr>
        <p:txBody>
          <a:bodyPr anchor="t"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176832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BEFECB-CF03-7F1C-AB91-43ED0E5E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237" y="2194562"/>
            <a:ext cx="8137526" cy="1577478"/>
          </a:xfrm>
        </p:spPr>
        <p:txBody>
          <a:bodyPr anchor="b">
            <a:noAutofit/>
          </a:bodyPr>
          <a:lstStyle>
            <a:lvl1pPr algn="ctr"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97C8C00-90C8-D879-657C-39E414130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7237" y="3863155"/>
            <a:ext cx="8137526" cy="787800"/>
          </a:xfrm>
        </p:spPr>
        <p:txBody>
          <a:bodyPr anchor="t"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051DE302-F517-F6F2-8DBB-05C1E95FF9BA}"/>
              </a:ext>
            </a:extLst>
          </p:cNvPr>
          <p:cNvSpPr/>
          <p:nvPr userDrawn="1"/>
        </p:nvSpPr>
        <p:spPr>
          <a:xfrm>
            <a:off x="2027236" y="4883495"/>
            <a:ext cx="813752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AA2C1D93-9263-296C-980B-2033F4987A2E}"/>
              </a:ext>
            </a:extLst>
          </p:cNvPr>
          <p:cNvSpPr/>
          <p:nvPr userDrawn="1"/>
        </p:nvSpPr>
        <p:spPr>
          <a:xfrm>
            <a:off x="2027236" y="1980275"/>
            <a:ext cx="813752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355193847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BEFECB-CF03-7F1C-AB91-43ED0E5E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2194562"/>
            <a:ext cx="5508625" cy="1577478"/>
          </a:xfrm>
        </p:spPr>
        <p:txBody>
          <a:bodyPr anchor="b">
            <a:noAutofit/>
          </a:bodyPr>
          <a:lstStyle>
            <a:lvl1pPr algn="l"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97C8C00-90C8-D879-657C-39E414130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375" y="3863155"/>
            <a:ext cx="5508625" cy="787800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D5999C54-5396-0470-E6BA-A1B2E368076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105650" y="1468051"/>
            <a:ext cx="5086350" cy="3921899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98790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ED2A23B5-C0B6-3AAC-B354-EC615F3EB56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87375" y="1767625"/>
            <a:ext cx="3960000" cy="39600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B5E718-DB32-6674-D4BE-027301645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9462" y="2182220"/>
            <a:ext cx="6900256" cy="34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A8537F55-5FAD-74EA-FB5C-AD65BDBD2F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9462" y="1767625"/>
            <a:ext cx="6900256" cy="41195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5D0DCCA-8BA3-0294-2EB8-ED93CC6BDC4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9462" y="2535403"/>
            <a:ext cx="6900256" cy="31922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01097758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ED2A23B5-C0B6-3AAC-B354-EC615F3EB56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48013" y="1964489"/>
            <a:ext cx="2705840" cy="270584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B5E718-DB32-6674-D4BE-027301645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8013" y="5190760"/>
            <a:ext cx="2705840" cy="340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A8537F55-5FAD-74EA-FB5C-AD65BDBD2F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48013" y="4776165"/>
            <a:ext cx="2705840" cy="41195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280399A8-15CE-2DFF-5058-EFBACF8E199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743080" y="1964489"/>
            <a:ext cx="2705840" cy="270584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D373013-0B26-6B5B-FBAF-316FE45516C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43080" y="5190760"/>
            <a:ext cx="2705840" cy="340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923D3A7-6717-BFDA-8B77-AFD57270C0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43080" y="4776165"/>
            <a:ext cx="2705840" cy="41195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AC62088D-AB1C-F284-31D4-628F14660CD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438147" y="1964489"/>
            <a:ext cx="2705840" cy="270584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B50EC9-2639-BE23-DD5C-706D7BB869C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38147" y="5190760"/>
            <a:ext cx="2705840" cy="340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2DCBBDE-9854-746D-9EE1-487B2A3A329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38147" y="4776165"/>
            <a:ext cx="2705840" cy="41195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48588235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ED2A23B5-C0B6-3AAC-B354-EC615F3EB56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03159" y="2167762"/>
            <a:ext cx="2069432" cy="206943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B5E718-DB32-6674-D4BE-027301645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3159" y="4757625"/>
            <a:ext cx="2069432" cy="340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A8537F55-5FAD-74EA-FB5C-AD65BDBD2F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3159" y="4343030"/>
            <a:ext cx="2069432" cy="41195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79AD52B5-D46B-A529-383E-98EF6FB0212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767604" y="2167762"/>
            <a:ext cx="2069432" cy="206943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1AE2E895-BBF3-ACA0-71AD-F864915376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67604" y="4757625"/>
            <a:ext cx="2069432" cy="340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9B4C77EF-B687-3473-FEA3-0190F090F6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67604" y="4343030"/>
            <a:ext cx="2069432" cy="41195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E8F9E0BB-5F9E-7044-A6F3-EF6A384842C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332049" y="2167762"/>
            <a:ext cx="2069432" cy="206943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FA2104E5-E650-68C8-E76C-B3CB2FAAA73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2049" y="4757625"/>
            <a:ext cx="2069432" cy="340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14544DB6-2A4D-8708-142A-F056F3814A1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2049" y="4343030"/>
            <a:ext cx="2069432" cy="41195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Picture Placeholder 11">
            <a:extLst>
              <a:ext uri="{FF2B5EF4-FFF2-40B4-BE49-F238E27FC236}">
                <a16:creationId xmlns:a16="http://schemas.microsoft.com/office/drawing/2014/main" id="{3C46EA8C-DB0B-F929-0F78-F236887423F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896494" y="2167762"/>
            <a:ext cx="2069432" cy="206943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35386C69-5210-6ABA-1737-EBB032A9686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896494" y="4757625"/>
            <a:ext cx="2069432" cy="340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A95DED95-1DFA-5011-E856-487E0BF3D02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96494" y="4343030"/>
            <a:ext cx="2069432" cy="41195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5148742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ED2A23B5-C0B6-3AAC-B354-EC615F3EB56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87374" y="1742979"/>
            <a:ext cx="3146425" cy="314642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B5E718-DB32-6674-D4BE-027301645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375" y="5421003"/>
            <a:ext cx="3146424" cy="340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A8537F55-5FAD-74EA-FB5C-AD65BDBD2F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5006408"/>
            <a:ext cx="3146424" cy="41195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280399A8-15CE-2DFF-5058-EFBACF8E199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466992" y="1742980"/>
            <a:ext cx="1314546" cy="131454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D373013-0B26-6B5B-FBAF-316FE45516C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52530" y="3431637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923D3A7-6717-BFDA-8B77-AFD57270C0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52530" y="3157586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17495C65-A9C2-6760-2EB8-69403C67F2E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18851" y="1742980"/>
            <a:ext cx="1314546" cy="131454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DF48EA3-FB19-95D5-B88B-76DBBD60329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04389" y="3431637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5D27D937-0E3B-2890-AFF1-25E31909742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04389" y="3157586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7202B847-E0E1-159C-2E66-8AAB18E5322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970710" y="1742980"/>
            <a:ext cx="1314546" cy="131454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BD9BDBC7-69ED-25DC-FA05-C0DC44C066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56248" y="3431637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8F57406-E682-8E44-344A-43D480008D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56248" y="3157586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8" name="Picture Placeholder 11">
            <a:extLst>
              <a:ext uri="{FF2B5EF4-FFF2-40B4-BE49-F238E27FC236}">
                <a16:creationId xmlns:a16="http://schemas.microsoft.com/office/drawing/2014/main" id="{7EA507F2-8F21-5B8D-A430-E3CCA8808BC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466992" y="3797781"/>
            <a:ext cx="1314546" cy="131454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DFEEA7A4-D686-069A-7619-036033546E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52530" y="5486438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6D0E6F41-E353-0280-9245-862650AA971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52530" y="5212387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1" name="Picture Placeholder 11">
            <a:extLst>
              <a:ext uri="{FF2B5EF4-FFF2-40B4-BE49-F238E27FC236}">
                <a16:creationId xmlns:a16="http://schemas.microsoft.com/office/drawing/2014/main" id="{8361E199-4608-07FF-5390-537E1B4A32C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218851" y="3797781"/>
            <a:ext cx="1314546" cy="131454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F4E645ED-7EAC-EFE4-7C86-0C22E5F0FC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04389" y="5486438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7C9D7F74-4B1D-C06D-8CE4-C1D04189452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04389" y="5212387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4" name="Picture Placeholder 11">
            <a:extLst>
              <a:ext uri="{FF2B5EF4-FFF2-40B4-BE49-F238E27FC236}">
                <a16:creationId xmlns:a16="http://schemas.microsoft.com/office/drawing/2014/main" id="{44C112AC-01D2-5A50-3BE6-431FA98B10A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9970710" y="3797781"/>
            <a:ext cx="1314546" cy="131454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89CF107-8F86-DA07-E1F1-90E54AC2B51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56248" y="5486438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CA77B277-9F84-AA4E-61B2-C9953C47B90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56248" y="5212387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88791021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08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E3854D-6A50-C211-16CD-27AD19F6FF5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7375" y="1607519"/>
            <a:ext cx="11017250" cy="4133264"/>
          </a:xfrm>
        </p:spPr>
        <p:txBody>
          <a:bodyPr/>
          <a:lstStyle>
            <a:lvl1pPr>
              <a:buClr>
                <a:schemeClr val="tx1"/>
              </a:buClr>
              <a:defRPr sz="1800"/>
            </a:lvl1pPr>
            <a:lvl2pPr>
              <a:buClr>
                <a:schemeClr val="tx1"/>
              </a:buClr>
              <a:defRPr sz="1400"/>
            </a:lvl2pPr>
            <a:lvl3pPr>
              <a:buClr>
                <a:schemeClr val="tx1"/>
              </a:buClr>
              <a:defRPr sz="1200"/>
            </a:lvl3pPr>
            <a:lvl4pPr>
              <a:buClr>
                <a:schemeClr val="tx1"/>
              </a:buClr>
              <a:defRPr sz="1100"/>
            </a:lvl4pPr>
            <a:lvl5pPr>
              <a:buClr>
                <a:schemeClr val="tx1"/>
              </a:buCl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722463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S09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6" y="2620963"/>
            <a:ext cx="4679950" cy="1616074"/>
          </a:xfrm>
        </p:spPr>
        <p:txBody>
          <a:bodyPr wrap="square" anchor="ctr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FDD0AB9-57DA-26EE-6569-8EC25F064C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1" y="2093684"/>
            <a:ext cx="5503718" cy="32759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A3DD38-5D79-7EB9-84A7-32AE005050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1" y="1488375"/>
            <a:ext cx="5503718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182111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8E111DB-A4F6-727D-9A45-519DB447A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3D91454C-2D8A-6AD6-FE36-673AA157BE7E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E9853BD-2C47-5262-7D17-F184BC6D0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6" y="1048756"/>
            <a:ext cx="5075093" cy="2252127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4BF9382-7FB9-E1CE-FF1D-7EF9A988C7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2" y="4162426"/>
            <a:ext cx="5075093" cy="164681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5E5ED50-C23B-550A-A44E-B22012AFB5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3557116"/>
            <a:ext cx="5075093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F447F3BF-FB5F-7BF4-0721-176FD94F62D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93546" y="1048759"/>
            <a:ext cx="5503719" cy="476048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5081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8E111DB-A4F6-727D-9A45-519DB447A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3D91454C-2D8A-6AD6-FE36-673AA157BE7E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E9853BD-2C47-5262-7D17-F184BC6D0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6" y="3429000"/>
            <a:ext cx="5180907" cy="2252127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4BF9382-7FB9-E1CE-FF1D-7EF9A988C7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4034310"/>
            <a:ext cx="5501265" cy="164681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5E5ED50-C23B-550A-A44E-B22012AFB5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3429000"/>
            <a:ext cx="5501265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F447F3BF-FB5F-7BF4-0721-176FD94F62D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84922" y="877223"/>
            <a:ext cx="11012343" cy="214098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8491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486486" y="586129"/>
            <a:ext cx="3113232" cy="522311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C527AC1-99E4-87C5-6AB2-BD537C5E8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6" y="584200"/>
            <a:ext cx="7524750" cy="1901825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1F89CF16-742B-9AD3-4951-442BF353FEEA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7D30BC7-CE65-CC64-D5B9-56620BE2ED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2" y="3429000"/>
            <a:ext cx="3487593" cy="238024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1D033DD-6852-B385-EDA8-28728327AC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823691"/>
            <a:ext cx="3487593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7BDB5675-1DBE-D17A-4FE3-C2CA2458D0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24532" y="3429000"/>
            <a:ext cx="3487593" cy="238024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A07C8966-04AE-FDD6-79AC-66D7B8C637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24532" y="2823691"/>
            <a:ext cx="3487593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F186260F-531D-92B8-CE76-F5E12B1A2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7507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1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33DF2F9-A4F1-2B9F-C8F3-B759E7EDF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6" y="1485901"/>
            <a:ext cx="5508624" cy="3886198"/>
          </a:xfrm>
        </p:spPr>
        <p:txBody>
          <a:bodyPr wrap="square" anchor="ctr">
            <a:norm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01601AA-D8AE-4BD6-36A2-A20A1AD372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2941D97-0B66-6521-13A9-02960E203A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4203" y="2091211"/>
            <a:ext cx="5218313" cy="120063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9F5550A-9C41-9F87-9AE0-A1876ABFBA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4203" y="1485901"/>
            <a:ext cx="5218313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E3A9DCB9-42A9-E7BF-9C94-4D37BE89E6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4203" y="4171471"/>
            <a:ext cx="5218313" cy="120063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917D2F7D-1D50-2F04-6A4D-56E6206726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4203" y="3566161"/>
            <a:ext cx="5218313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Line">
            <a:extLst>
              <a:ext uri="{FF2B5EF4-FFF2-40B4-BE49-F238E27FC236}">
                <a16:creationId xmlns:a16="http://schemas.microsoft.com/office/drawing/2014/main" id="{0AE32FE4-0AB2-5893-8C16-25FAF24256A9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81302067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96AF8D7-D3E5-B5C6-030A-DFBC5AEC7D0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84200" y="3429000"/>
            <a:ext cx="5511800" cy="225212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D6DEB02-D09E-230B-231B-1D0048DD1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3D157B0-4969-ADC8-40E4-929945CB2B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4203" y="1577362"/>
            <a:ext cx="5218313" cy="164681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E728C4-FE95-3A47-6E1C-B8E8B5B401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4203" y="972052"/>
            <a:ext cx="5218313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6FC5DA4-62A0-88FF-BF5D-9EA63242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972048"/>
            <a:ext cx="5508625" cy="2252123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C34A76BF-7489-7BC1-4760-2B92A24DE3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84203" y="4034310"/>
            <a:ext cx="5218313" cy="164681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8604F45B-3785-242D-920C-8E91ADB14F1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84203" y="3429000"/>
            <a:ext cx="5218313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2A5B4396-2277-277B-B196-5F18A5AF43D4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371746879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6" y="584200"/>
            <a:ext cx="7524750" cy="1901825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2" y="3429000"/>
            <a:ext cx="3283527" cy="238024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823691"/>
            <a:ext cx="3283527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3846A5A-8F37-B136-A0F1-6BD3AD064F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54237" y="3429000"/>
            <a:ext cx="3283527" cy="238024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368FC9E-CAA6-CEA5-3C08-5FF7E8DC60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54237" y="2823691"/>
            <a:ext cx="3283527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AAA5796-F6FB-A6CA-511A-1EEBFE3369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16190" y="3429000"/>
            <a:ext cx="3283527" cy="238024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110970-5FFF-B6C8-AFF0-CD5B6482EF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16190" y="2823691"/>
            <a:ext cx="3283527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4CC8AE1-E3C5-4C60-9B18-3492B1084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06341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2341" cy="1141472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8246" y="2211554"/>
            <a:ext cx="7156379" cy="88227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8246" y="1844586"/>
            <a:ext cx="7156379" cy="364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4CC8AE1-E3C5-4C60-9B18-3492B1084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D48B3A2-87CA-D940-DA4C-B9BC3A546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8246" y="3595572"/>
            <a:ext cx="7156379" cy="88227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508460C-E2DF-0597-7FA3-BD646563B7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8246" y="3228604"/>
            <a:ext cx="7156379" cy="364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011F1C81-624D-494F-19CB-D11EAB6E659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48246" y="4979591"/>
            <a:ext cx="7156379" cy="88227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A329C29-2A56-24DC-D206-CD3C51BC52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8246" y="4612623"/>
            <a:ext cx="7156379" cy="364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0CB8E3C6-5F85-DE7D-F543-5AF40FCC6F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87374" y="1844586"/>
            <a:ext cx="3492501" cy="401727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77126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2343" cy="1231053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2" y="2755305"/>
            <a:ext cx="4711238" cy="926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149994"/>
            <a:ext cx="4711238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4CC8AE1-E3C5-4C60-9B18-3492B1084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5B4E7CA-7C0D-2BE1-900B-1C0AAE8E91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282" y="4627635"/>
            <a:ext cx="4711238" cy="926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CB755E1-6469-E746-0C7D-4040975AF08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2282" y="4022324"/>
            <a:ext cx="4711238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EF00055C-4FB4-156A-AF90-9C37A8D31C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88480" y="2755305"/>
            <a:ext cx="4711238" cy="926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E6F24C38-45DE-B346-8C83-8374C06A250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88480" y="2149994"/>
            <a:ext cx="4711238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51E3AC4-A8F9-CB05-1D9F-FF0DFB9BE84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88480" y="4627635"/>
            <a:ext cx="4711238" cy="926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9DD7A8DC-3669-5217-42DD-DCC2E54E0EE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88480" y="4022324"/>
            <a:ext cx="4711238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925311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1852945"/>
            <a:ext cx="7519844" cy="58545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1" y="1504950"/>
            <a:ext cx="7519844" cy="34535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4CC8AE1-E3C5-4C60-9B18-3492B1084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C721A43-3435-77D0-8B4B-3D4EBC0A3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2341" cy="768347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FA1AF92F-4589-AA32-B2C1-AE52DF317F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281" y="2991079"/>
            <a:ext cx="7519844" cy="58545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D2219A9A-C6ED-13A6-A853-EEED783D81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2281" y="2643084"/>
            <a:ext cx="7519844" cy="34535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0988F608-3F86-988F-C4CD-7FFD9486F1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2281" y="4129213"/>
            <a:ext cx="7519844" cy="58545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211F701-C32D-4699-CD3A-A7AE37A22C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2281" y="3781218"/>
            <a:ext cx="7519844" cy="34535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486D0414-27A3-D725-864E-019081C0A0E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92281" y="5267347"/>
            <a:ext cx="7519844" cy="58545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A70108FE-3FBD-5CF6-3A83-2ED2AA53071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2281" y="4919352"/>
            <a:ext cx="7519844" cy="34535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A8D27BA7-1C62-86C8-7333-D5A469BD027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39125" y="1504949"/>
            <a:ext cx="3365501" cy="434785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50730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Contents C4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7988FCE7-9EEA-20F9-FBD0-9FBD8476DD5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87375" y="2568072"/>
            <a:ext cx="11012488" cy="328980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GB"/>
            </a:lvl1pPr>
          </a:lstStyle>
          <a:p>
            <a:pPr marL="0" lvl="0" indent="0">
              <a:buNone/>
            </a:pPr>
            <a:endParaRPr lang="en-GB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77BE0BDB-DAD5-EE16-7948-5AC3A142011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4200" y="1623826"/>
            <a:ext cx="11012343" cy="83489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978690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Radial Bars C4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2343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03E1A22-15E6-99B0-0EA7-06EE8A7893A3}"/>
              </a:ext>
            </a:extLst>
          </p:cNvPr>
          <p:cNvSpPr/>
          <p:nvPr userDrawn="1"/>
        </p:nvSpPr>
        <p:spPr>
          <a:xfrm>
            <a:off x="5305354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99D06AB7-04E5-F10D-C6B2-F7500B7940E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05354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4685B14C-E40C-F7E2-A95A-62159344B5F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66420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86B3DB33-A6B3-A4C5-F0E6-DC55F19D70D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555403" y="4162426"/>
            <a:ext cx="3081194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54694B27-8DC7-C525-588E-4C16A561466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555403" y="3557116"/>
            <a:ext cx="308119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A1521D1-FFE0-846B-905D-ED44508458C3}"/>
              </a:ext>
            </a:extLst>
          </p:cNvPr>
          <p:cNvSpPr/>
          <p:nvPr userDrawn="1"/>
        </p:nvSpPr>
        <p:spPr>
          <a:xfrm>
            <a:off x="9273382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028DE5FF-7013-50C3-69CB-1D219D8FD72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273382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D17E3F93-5287-1C6E-FE4B-77D084A6F42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34448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3CD59CD-553C-A0E8-A2B0-ACF10EE8B74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23431" y="4162426"/>
            <a:ext cx="3081194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73CC586C-1DE6-C4A2-E2B1-396F978D6A1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23431" y="3557116"/>
            <a:ext cx="308119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38AEAC67-8C7E-3DFC-9352-943F1621542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84200" y="1686005"/>
            <a:ext cx="3495675" cy="412323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7592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Radial Bars C4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EE2173-7CDA-D701-7A87-6EDF98DA0CFF}"/>
              </a:ext>
            </a:extLst>
          </p:cNvPr>
          <p:cNvSpPr/>
          <p:nvPr userDrawn="1"/>
        </p:nvSpPr>
        <p:spPr>
          <a:xfrm>
            <a:off x="1337326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C2CD237-3717-AD86-1213-EFB7F229EC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37326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6DBD21C-3AA1-5D99-9B09-44D96B28CE4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98392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875A0D9D-9999-05ED-97DF-82D46D5EC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5" y="4162426"/>
            <a:ext cx="3081194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783E987C-2F68-C340-20FB-50AA6EA04A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3557116"/>
            <a:ext cx="308119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03E1A22-15E6-99B0-0EA7-06EE8A7893A3}"/>
              </a:ext>
            </a:extLst>
          </p:cNvPr>
          <p:cNvSpPr/>
          <p:nvPr userDrawn="1"/>
        </p:nvSpPr>
        <p:spPr>
          <a:xfrm>
            <a:off x="5305354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99D06AB7-04E5-F10D-C6B2-F7500B7940E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05354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4685B14C-E40C-F7E2-A95A-62159344B5F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66420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86B3DB33-A6B3-A4C5-F0E6-DC55F19D70D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555403" y="4162426"/>
            <a:ext cx="3081194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54694B27-8DC7-C525-588E-4C16A561466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555403" y="3557116"/>
            <a:ext cx="308119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A1521D1-FFE0-846B-905D-ED44508458C3}"/>
              </a:ext>
            </a:extLst>
          </p:cNvPr>
          <p:cNvSpPr/>
          <p:nvPr userDrawn="1"/>
        </p:nvSpPr>
        <p:spPr>
          <a:xfrm>
            <a:off x="9273382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028DE5FF-7013-50C3-69CB-1D219D8FD72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273382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D17E3F93-5287-1C6E-FE4B-77D084A6F42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34448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3CD59CD-553C-A0E8-A2B0-ACF10EE8B74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23431" y="4162426"/>
            <a:ext cx="3081194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73CC586C-1DE6-C4A2-E2B1-396F978D6A1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23431" y="3557116"/>
            <a:ext cx="308119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608742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Radial Bars C4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EE2173-7CDA-D701-7A87-6EDF98DA0CFF}"/>
              </a:ext>
            </a:extLst>
          </p:cNvPr>
          <p:cNvSpPr/>
          <p:nvPr userDrawn="1"/>
        </p:nvSpPr>
        <p:spPr>
          <a:xfrm>
            <a:off x="1007991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C2CD237-3717-AD86-1213-EFB7F229EC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7991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6DBD21C-3AA1-5D99-9B09-44D96B28CE4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69057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875A0D9D-9999-05ED-97DF-82D46D5EC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5" y="4162426"/>
            <a:ext cx="2422525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783E987C-2F68-C340-20FB-50AA6EA04A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3557116"/>
            <a:ext cx="2422525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2343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62CDCC9-7B42-8325-50C8-C0E041345542}"/>
              </a:ext>
            </a:extLst>
          </p:cNvPr>
          <p:cNvSpPr/>
          <p:nvPr userDrawn="1"/>
        </p:nvSpPr>
        <p:spPr>
          <a:xfrm>
            <a:off x="3871264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6D49278C-6358-D02B-579B-5E7ED5B0AC8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71264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5983F0-D678-0E01-442D-492EF6F2351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32330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48787902-1083-C53F-BCD7-8B067EA7664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450648" y="4162426"/>
            <a:ext cx="2422525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72B67B5C-8D9F-B622-63B4-60876437354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450648" y="3557116"/>
            <a:ext cx="2422525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0C15369-F481-7024-9705-6FDF72479195}"/>
              </a:ext>
            </a:extLst>
          </p:cNvPr>
          <p:cNvSpPr/>
          <p:nvPr userDrawn="1"/>
        </p:nvSpPr>
        <p:spPr>
          <a:xfrm>
            <a:off x="6734537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2052C13B-0098-ADF1-F80D-CF9D4B1ECDE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734537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776CC3C-8C36-3769-68EC-C44EE527426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895603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D1DB1F3F-F745-B461-21A4-BB077EB093B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313921" y="4162426"/>
            <a:ext cx="2422525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5C3A481-8899-5C9C-853B-30897D0F2C5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3921" y="3557116"/>
            <a:ext cx="2422525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56946BB-6D5D-EF97-41CD-F22280712B5B}"/>
              </a:ext>
            </a:extLst>
          </p:cNvPr>
          <p:cNvSpPr/>
          <p:nvPr userDrawn="1"/>
        </p:nvSpPr>
        <p:spPr>
          <a:xfrm>
            <a:off x="9597809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5F97318-61FA-2F18-0382-A8856C63141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97809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E2247D-8013-D621-32F1-426DBE0E7C4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758875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47B4FD26-8CA2-1326-9664-99F43F02674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177193" y="4162426"/>
            <a:ext cx="2422525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C6827281-080C-3075-FCE7-5CDA9CD7184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177193" y="3557116"/>
            <a:ext cx="2422525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38872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2343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6" name="Chart Placeholder 25">
            <a:extLst>
              <a:ext uri="{FF2B5EF4-FFF2-40B4-BE49-F238E27FC236}">
                <a16:creationId xmlns:a16="http://schemas.microsoft.com/office/drawing/2014/main" id="{F4B24E60-B27C-5A25-E32D-B6C038280008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87375" y="1630363"/>
            <a:ext cx="4921885" cy="4229415"/>
          </a:xfrm>
        </p:spPr>
        <p:txBody>
          <a:bodyPr/>
          <a:lstStyle/>
          <a:p>
            <a:endParaRPr lang="en-GB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7C87ED8-4CE5-C5FF-FD26-3C89564135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7833" y="2235674"/>
            <a:ext cx="4921885" cy="362410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C019D02-6671-C71E-BC8C-FE5992C863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7833" y="1630363"/>
            <a:ext cx="4921885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752799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2343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6" name="Chart Placeholder 25">
            <a:extLst>
              <a:ext uri="{FF2B5EF4-FFF2-40B4-BE49-F238E27FC236}">
                <a16:creationId xmlns:a16="http://schemas.microsoft.com/office/drawing/2014/main" id="{F4B24E60-B27C-5A25-E32D-B6C038280008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682740" y="1630363"/>
            <a:ext cx="4921885" cy="422941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A7C87ED8-4CE5-C5FF-FD26-3C89564135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5" y="2235674"/>
            <a:ext cx="4921885" cy="362410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C019D02-6671-C71E-BC8C-FE5992C863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1630363"/>
            <a:ext cx="4921885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085089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ACDD1A6-536E-0CCF-EF98-51B51BF6A5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29872" y="3588768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BC5305DD-784C-DCC5-7399-2D36AF29D154}"/>
              </a:ext>
            </a:extLst>
          </p:cNvPr>
          <p:cNvSpPr/>
          <p:nvPr userDrawn="1"/>
        </p:nvSpPr>
        <p:spPr>
          <a:xfrm>
            <a:off x="587375" y="3747625"/>
            <a:ext cx="11012343" cy="0"/>
          </a:xfrm>
          <a:prstGeom prst="line">
            <a:avLst/>
          </a:prstGeom>
          <a:ln w="25400">
            <a:solidFill>
              <a:schemeClr val="tx1"/>
            </a:solidFill>
            <a:prstDash val="dash"/>
            <a:miter/>
            <a:tailEnd type="stealth" w="lg" len="lg"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948715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5" y="4670648"/>
            <a:ext cx="2948940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065339"/>
            <a:ext cx="2948940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3191625"/>
            <a:ext cx="2948940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7B9150-95B2-43DD-FC9D-3EA2304B84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8532" y="3985911"/>
            <a:ext cx="2948940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AA0503F-912F-E893-7DC8-F27630BC0A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11028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7AE3F38-484E-8027-C32D-B240FBB258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9688" y="4670648"/>
            <a:ext cx="2948940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18F744-A07C-F8EF-CC0A-E4AD045A2D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49688" y="4065339"/>
            <a:ext cx="2948940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190B8ED-0179-5E35-1308-5D8108D82A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49688" y="3191625"/>
            <a:ext cx="2948940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5F7162-0C65-68F6-5B4A-B7B95913E1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68532" y="2331587"/>
            <a:ext cx="2948940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F9E05BA1-6724-0402-3843-571B91A91F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8532" y="1726278"/>
            <a:ext cx="2948940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4851761"/>
      </p:ext>
    </p:extLst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ACDD1A6-536E-0CCF-EF98-51B51BF6A5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84244" y="3588768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2343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BC5305DD-784C-DCC5-7399-2D36AF29D154}"/>
              </a:ext>
            </a:extLst>
          </p:cNvPr>
          <p:cNvSpPr/>
          <p:nvPr userDrawn="1"/>
        </p:nvSpPr>
        <p:spPr>
          <a:xfrm>
            <a:off x="587375" y="3747625"/>
            <a:ext cx="11012343" cy="0"/>
          </a:xfrm>
          <a:prstGeom prst="line">
            <a:avLst/>
          </a:prstGeom>
          <a:ln w="25400">
            <a:solidFill>
              <a:schemeClr val="tx1"/>
            </a:solidFill>
            <a:prstDash val="dash"/>
            <a:miter/>
            <a:tailEnd type="stealth" w="lg" len="lg"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24000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5" y="4670648"/>
            <a:ext cx="2163445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065339"/>
            <a:ext cx="2163445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3191625"/>
            <a:ext cx="2163445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7B9150-95B2-43DD-FC9D-3EA2304B84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35754" y="3985911"/>
            <a:ext cx="2163445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AA0503F-912F-E893-7DC8-F27630BC0A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26300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7AE3F38-484E-8027-C32D-B240FBB258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84133" y="4670648"/>
            <a:ext cx="2163445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18F744-A07C-F8EF-CC0A-E4AD045A2D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84133" y="4065339"/>
            <a:ext cx="2163445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190B8ED-0179-5E35-1308-5D8108D82A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84133" y="3191625"/>
            <a:ext cx="2163445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8189EAD-5F4B-AA86-4234-6FD2DDF216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071100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30F749BF-F427-2D59-B086-55A99286C6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32512" y="3985911"/>
            <a:ext cx="2163445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5F7162-0C65-68F6-5B4A-B7B95913E1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35754" y="2331587"/>
            <a:ext cx="2163445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F9E05BA1-6724-0402-3843-571B91A91F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35754" y="1726278"/>
            <a:ext cx="2163445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0313C93-29A6-3A40-311C-072490AE271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32512" y="2331587"/>
            <a:ext cx="2163445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621B90FF-CCB6-7695-8F17-60F1539B246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32512" y="1726278"/>
            <a:ext cx="2163445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0441728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BC5305DD-784C-DCC5-7399-2D36AF29D154}"/>
              </a:ext>
            </a:extLst>
          </p:cNvPr>
          <p:cNvSpPr/>
          <p:nvPr userDrawn="1"/>
        </p:nvSpPr>
        <p:spPr>
          <a:xfrm>
            <a:off x="587375" y="3747625"/>
            <a:ext cx="11012343" cy="0"/>
          </a:xfrm>
          <a:prstGeom prst="line">
            <a:avLst/>
          </a:prstGeom>
          <a:ln w="25400">
            <a:solidFill>
              <a:schemeClr val="tx1"/>
            </a:solidFill>
            <a:prstDash val="dash"/>
            <a:miter/>
            <a:tailEnd type="stealth" w="lg" len="lg"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95008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6" y="4670648"/>
            <a:ext cx="204152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6" y="4065339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376" y="3191625"/>
            <a:ext cx="204152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6666E3DC-EEDD-CA04-3684-EDA81D3EA96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63677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3B7D5CB4-A9B8-F0FA-942E-776B9DC0F16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756045" y="2331707"/>
            <a:ext cx="204152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944CDE9-8EDF-B1D7-A38A-CC58B764A9A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756045" y="1726398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083408F-6C45-7053-ADEF-9A3DBFCF799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756045" y="3986163"/>
            <a:ext cx="204152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5EBB989C-7590-10DE-3387-664855A467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832346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22CD8AAD-CD39-4791-753A-8193646200F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24714" y="4670648"/>
            <a:ext cx="204152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7596FCBE-5E31-B8DB-13FD-BF0DDAB1CCB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924714" y="4065339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305B702-BB02-307E-00B7-98D9589921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924714" y="3191625"/>
            <a:ext cx="204152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3BF95EB8-6106-AF3C-78D8-A066647E019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01015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BD3A683B-E42E-FA35-E7FB-E74E9769CC8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093383" y="2331707"/>
            <a:ext cx="204152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CD109356-9C98-8245-D27A-8A562490475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093383" y="1726398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96809B5-A0D9-D023-DB2E-8E4549DC2C9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093383" y="3986163"/>
            <a:ext cx="204152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1E62BD1-B08E-C073-462D-5FBCA24053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169685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F811FDA7-E577-43F2-D6FC-983A4B94C80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262053" y="4670648"/>
            <a:ext cx="204152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0A973B8F-AE50-34E5-5B15-81A9592DF28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262053" y="4065339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ED523784-D992-9AF7-DA1B-2E65987A1D1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262053" y="3191625"/>
            <a:ext cx="204152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82523364"/>
      </p:ext>
    </p:extLst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BC5305DD-784C-DCC5-7399-2D36AF29D154}"/>
              </a:ext>
            </a:extLst>
          </p:cNvPr>
          <p:cNvSpPr/>
          <p:nvPr userDrawn="1"/>
        </p:nvSpPr>
        <p:spPr>
          <a:xfrm>
            <a:off x="587375" y="3747625"/>
            <a:ext cx="11012343" cy="0"/>
          </a:xfrm>
          <a:prstGeom prst="line">
            <a:avLst/>
          </a:prstGeom>
          <a:ln w="25400">
            <a:solidFill>
              <a:schemeClr val="tx1"/>
            </a:solidFill>
            <a:prstDash val="dash"/>
            <a:miter/>
            <a:tailEnd type="stealth" w="lg" len="lg"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12128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6" y="4670648"/>
            <a:ext cx="167576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6" y="4065339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376" y="3191625"/>
            <a:ext cx="167576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1" name="Text Placeholder 29">
            <a:extLst>
              <a:ext uri="{FF2B5EF4-FFF2-40B4-BE49-F238E27FC236}">
                <a16:creationId xmlns:a16="http://schemas.microsoft.com/office/drawing/2014/main" id="{53323434-68DF-9125-D566-F1BACDE11E4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21243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BA71903A-36DE-91C7-EFA2-D9009971832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396491" y="2327828"/>
            <a:ext cx="167576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D3DFFB25-896C-3EDE-6055-EE468DBDD58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396491" y="1722519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73D90FC2-7F19-F7F9-BC95-F4787D4A81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396491" y="3993532"/>
            <a:ext cx="167576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D4F2ECCC-C38D-BBB9-2E75-720DFAEE01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930358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67121663-70D4-3BF1-D4EF-1A9B305BD45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05606" y="4670648"/>
            <a:ext cx="167576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0">
            <a:extLst>
              <a:ext uri="{FF2B5EF4-FFF2-40B4-BE49-F238E27FC236}">
                <a16:creationId xmlns:a16="http://schemas.microsoft.com/office/drawing/2014/main" id="{A81A776E-11F9-71B1-4551-15342D48D67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5606" y="4065339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F94F1DAA-42A4-61E9-0754-1CCD3BCF2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05606" y="3191625"/>
            <a:ext cx="167576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9" name="Text Placeholder 29">
            <a:extLst>
              <a:ext uri="{FF2B5EF4-FFF2-40B4-BE49-F238E27FC236}">
                <a16:creationId xmlns:a16="http://schemas.microsoft.com/office/drawing/2014/main" id="{4898336E-E248-EF46-BA8B-2BF1CFFAB12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39473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5E6913C8-FB03-CD49-906E-DD4060DBAD6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014721" y="2327828"/>
            <a:ext cx="167576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44F6B3A7-AADA-116E-D6BB-28E7532917D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014721" y="1722519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13BB42D9-4570-1606-4E3F-18FD1A7AF46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14721" y="3993532"/>
            <a:ext cx="167576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1BFCBE9E-B1A3-4422-5CF2-9541FA3C524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548588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64" name="Text Placeholder 10">
            <a:extLst>
              <a:ext uri="{FF2B5EF4-FFF2-40B4-BE49-F238E27FC236}">
                <a16:creationId xmlns:a16="http://schemas.microsoft.com/office/drawing/2014/main" id="{DABCB3F4-0842-933F-B8A6-7DEE28D99F1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823836" y="4670648"/>
            <a:ext cx="167576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0">
            <a:extLst>
              <a:ext uri="{FF2B5EF4-FFF2-40B4-BE49-F238E27FC236}">
                <a16:creationId xmlns:a16="http://schemas.microsoft.com/office/drawing/2014/main" id="{D303EBE3-D758-CFCE-E6DE-CDF0FC2B99A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823836" y="4065339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0">
            <a:extLst>
              <a:ext uri="{FF2B5EF4-FFF2-40B4-BE49-F238E27FC236}">
                <a16:creationId xmlns:a16="http://schemas.microsoft.com/office/drawing/2014/main" id="{FE08EFEF-081F-D74C-0DBF-EC347C017AE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823836" y="3191625"/>
            <a:ext cx="167576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67" name="Text Placeholder 29">
            <a:extLst>
              <a:ext uri="{FF2B5EF4-FFF2-40B4-BE49-F238E27FC236}">
                <a16:creationId xmlns:a16="http://schemas.microsoft.com/office/drawing/2014/main" id="{4926351E-7AD1-9C95-1407-C314C0CC317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357703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68" name="Text Placeholder 10">
            <a:extLst>
              <a:ext uri="{FF2B5EF4-FFF2-40B4-BE49-F238E27FC236}">
                <a16:creationId xmlns:a16="http://schemas.microsoft.com/office/drawing/2014/main" id="{1B3E5397-AFF1-792C-EBED-85446B7974C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632951" y="2327828"/>
            <a:ext cx="167576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0">
            <a:extLst>
              <a:ext uri="{FF2B5EF4-FFF2-40B4-BE49-F238E27FC236}">
                <a16:creationId xmlns:a16="http://schemas.microsoft.com/office/drawing/2014/main" id="{6A42B7D2-42FB-CF79-5B03-F53EDE38C4C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632951" y="1722519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10">
            <a:extLst>
              <a:ext uri="{FF2B5EF4-FFF2-40B4-BE49-F238E27FC236}">
                <a16:creationId xmlns:a16="http://schemas.microsoft.com/office/drawing/2014/main" id="{B3E3AE05-5DB9-B07D-BA25-7F7F36F3731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632951" y="3993532"/>
            <a:ext cx="167576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2014142503"/>
      </p:ext>
    </p:extLst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ACDD1A6-536E-0CCF-EF98-51B51BF6A585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6019087" y="4304708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4711275" y="2993877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670" y="2826687"/>
            <a:ext cx="2948940" cy="602674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670" y="2221377"/>
            <a:ext cx="2948940" cy="602673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9910" y="3590191"/>
            <a:ext cx="1256558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7B9150-95B2-43DD-FC9D-3EA2304B84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74195" y="3590191"/>
            <a:ext cx="1256558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AA0503F-912F-E893-7DC8-F27630BC0AFA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7339847" y="2993877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7AE3F38-484E-8027-C32D-B240FBB258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19392" y="2829324"/>
            <a:ext cx="2948940" cy="60267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18F744-A07C-F8EF-CC0A-E4AD045A2D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19392" y="2224014"/>
            <a:ext cx="2948940" cy="602673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190B8ED-0179-5E35-1308-5D8108D82A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88480" y="3590191"/>
            <a:ext cx="1256558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5F7162-0C65-68F6-5B4A-B7B95913E1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21530" y="5273322"/>
            <a:ext cx="2948940" cy="60267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F9E05BA1-6724-0402-3843-571B91A91F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21530" y="4668012"/>
            <a:ext cx="2948940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CF12ED1-E6FC-CAF3-E8D7-8CF90E70C735}"/>
              </a:ext>
            </a:extLst>
          </p:cNvPr>
          <p:cNvGrpSpPr/>
          <p:nvPr userDrawn="1"/>
        </p:nvGrpSpPr>
        <p:grpSpPr>
          <a:xfrm>
            <a:off x="4134283" y="3095142"/>
            <a:ext cx="3923434" cy="1307812"/>
            <a:chOff x="4134283" y="2771991"/>
            <a:chExt cx="3923434" cy="130781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F1EBDFF-DD4D-EE51-BC1E-DB7938DB35C8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68888"/>
              <a:chExt cx="3923434" cy="1307812"/>
            </a:xfrm>
          </p:grpSpPr>
          <p:sp>
            <p:nvSpPr>
              <p:cNvPr id="18" name="Arc 47">
                <a:extLst>
                  <a:ext uri="{FF2B5EF4-FFF2-40B4-BE49-F238E27FC236}">
                    <a16:creationId xmlns:a16="http://schemas.microsoft.com/office/drawing/2014/main" id="{E4DE4B97-084F-BE79-F0B6-7986EE407BE3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Arc 48">
                <a:extLst>
                  <a:ext uri="{FF2B5EF4-FFF2-40B4-BE49-F238E27FC236}">
                    <a16:creationId xmlns:a16="http://schemas.microsoft.com/office/drawing/2014/main" id="{82558350-B1E5-0448-610A-44649C37BD64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Arc 49">
                <a:extLst>
                  <a:ext uri="{FF2B5EF4-FFF2-40B4-BE49-F238E27FC236}">
                    <a16:creationId xmlns:a16="http://schemas.microsoft.com/office/drawing/2014/main" id="{0511D30C-DE5F-52F9-32FB-09C7CF5ECDA2}"/>
                  </a:ext>
                </a:extLst>
              </p:cNvPr>
              <p:cNvSpPr/>
              <p:nvPr userDrawn="1"/>
            </p:nvSpPr>
            <p:spPr>
              <a:xfrm>
                <a:off x="6749906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90925D0-ADDD-119C-A9E9-28F20877EE32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75094"/>
              <a:chExt cx="3923434" cy="1307812"/>
            </a:xfrm>
          </p:grpSpPr>
          <p:sp>
            <p:nvSpPr>
              <p:cNvPr id="11" name="Arc 10">
                <a:extLst>
                  <a:ext uri="{FF2B5EF4-FFF2-40B4-BE49-F238E27FC236}">
                    <a16:creationId xmlns:a16="http://schemas.microsoft.com/office/drawing/2014/main" id="{A63830B9-DCC1-24B1-A2DA-780A683EB23C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Arc 11">
                <a:extLst>
                  <a:ext uri="{FF2B5EF4-FFF2-40B4-BE49-F238E27FC236}">
                    <a16:creationId xmlns:a16="http://schemas.microsoft.com/office/drawing/2014/main" id="{57CC20A1-E377-FFDC-5F6F-17DEBD13B64F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Arc 13">
                <a:extLst>
                  <a:ext uri="{FF2B5EF4-FFF2-40B4-BE49-F238E27FC236}">
                    <a16:creationId xmlns:a16="http://schemas.microsoft.com/office/drawing/2014/main" id="{7AB0D640-8DB6-4E60-26BF-9C8D0C2D7B86}"/>
                  </a:ext>
                </a:extLst>
              </p:cNvPr>
              <p:cNvSpPr/>
              <p:nvPr userDrawn="1"/>
            </p:nvSpPr>
            <p:spPr>
              <a:xfrm>
                <a:off x="6749906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8240891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ACDD1A6-536E-0CCF-EF98-51B51BF6A585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5370553" y="4294849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2343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4062742" y="2988301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3777" y="3525597"/>
            <a:ext cx="2710339" cy="78657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3777" y="2920287"/>
            <a:ext cx="2710339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11658" y="3613525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7B9150-95B2-43DD-FC9D-3EA2304B84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9401" y="3613525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AA0503F-912F-E893-7DC8-F27630BC0AFA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6678364" y="2988301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7AE3F38-484E-8027-C32D-B240FBB258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73606" y="2157630"/>
            <a:ext cx="2638520" cy="78657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18F744-A07C-F8EF-CC0A-E4AD045A2D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73606" y="1552320"/>
            <a:ext cx="2638520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190B8ED-0179-5E35-1308-5D8108D82A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27144" y="3613525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8189EAD-5F4B-AA86-4234-6FD2DDF21698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7986175" y="4294849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30F749BF-F427-2D59-B086-55A99286C6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34887" y="3613525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5F7162-0C65-68F6-5B4A-B7B95913E1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87624" y="5178432"/>
            <a:ext cx="2638520" cy="78657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F9E05BA1-6724-0402-3843-571B91A91F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87624" y="4573122"/>
            <a:ext cx="2638520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0313C93-29A6-3A40-311C-072490AE271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4286" y="3508274"/>
            <a:ext cx="2710339" cy="78657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621B90FF-CCB6-7695-8F17-60F1539B246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894286" y="2902964"/>
            <a:ext cx="2710339" cy="602673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F701071-7F47-1346-31A5-21084507599F}"/>
              </a:ext>
            </a:extLst>
          </p:cNvPr>
          <p:cNvGrpSpPr/>
          <p:nvPr userDrawn="1"/>
        </p:nvGrpSpPr>
        <p:grpSpPr>
          <a:xfrm>
            <a:off x="3485750" y="3093719"/>
            <a:ext cx="5231244" cy="1307812"/>
            <a:chOff x="4134283" y="3357980"/>
            <a:chExt cx="5231244" cy="130781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769EF49-5B06-2455-F4D8-CBEDF0DAEA56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68888"/>
              <a:chExt cx="2615622" cy="1307812"/>
            </a:xfrm>
          </p:grpSpPr>
          <p:sp>
            <p:nvSpPr>
              <p:cNvPr id="34" name="Arc 47">
                <a:extLst>
                  <a:ext uri="{FF2B5EF4-FFF2-40B4-BE49-F238E27FC236}">
                    <a16:creationId xmlns:a16="http://schemas.microsoft.com/office/drawing/2014/main" id="{55DF066B-1DF3-81AC-D644-7F0B5B75E856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Arc 48">
                <a:extLst>
                  <a:ext uri="{FF2B5EF4-FFF2-40B4-BE49-F238E27FC236}">
                    <a16:creationId xmlns:a16="http://schemas.microsoft.com/office/drawing/2014/main" id="{3ACDB1F2-4FA7-F63C-C7BD-518AA30C3EDA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DE3BC9B-591C-D173-B632-44A7B557115D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68888"/>
              <a:chExt cx="2615622" cy="1307812"/>
            </a:xfrm>
          </p:grpSpPr>
          <p:sp>
            <p:nvSpPr>
              <p:cNvPr id="32" name="Arc 47">
                <a:extLst>
                  <a:ext uri="{FF2B5EF4-FFF2-40B4-BE49-F238E27FC236}">
                    <a16:creationId xmlns:a16="http://schemas.microsoft.com/office/drawing/2014/main" id="{67DD7A6F-1877-A86D-07AB-13C92DB56525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Arc 48">
                <a:extLst>
                  <a:ext uri="{FF2B5EF4-FFF2-40B4-BE49-F238E27FC236}">
                    <a16:creationId xmlns:a16="http://schemas.microsoft.com/office/drawing/2014/main" id="{0AE27A02-1D80-801C-6DB2-F51D717C89D3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822CBFB-FBA0-17F3-4208-2DFB53CFC537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75094"/>
              <a:chExt cx="2615622" cy="1307812"/>
            </a:xfrm>
          </p:grpSpPr>
          <p:sp>
            <p:nvSpPr>
              <p:cNvPr id="26" name="Arc 25">
                <a:extLst>
                  <a:ext uri="{FF2B5EF4-FFF2-40B4-BE49-F238E27FC236}">
                    <a16:creationId xmlns:a16="http://schemas.microsoft.com/office/drawing/2014/main" id="{B9EAC7BB-8C9A-63E0-7E30-66C12F476ECA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Arc 30">
                <a:extLst>
                  <a:ext uri="{FF2B5EF4-FFF2-40B4-BE49-F238E27FC236}">
                    <a16:creationId xmlns:a16="http://schemas.microsoft.com/office/drawing/2014/main" id="{6AF063EA-FBB7-CCBD-74B8-52C7787804A0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6F88A0C-5307-566B-8F00-314333B97421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75094"/>
              <a:chExt cx="2615622" cy="1307812"/>
            </a:xfrm>
          </p:grpSpPr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8C71A760-F23A-9F4B-9433-BA0B3B7066F4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6DB8903B-5B37-CB4D-F896-9BF9EAC3CCBB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58077927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3391785" y="2990444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39609" y="2179238"/>
            <a:ext cx="204152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39609" y="1573929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40498" y="3588767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6666E3DC-EEDD-CA04-3684-EDA81D3EA963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4705436" y="4293530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3B7D5CB4-A9B8-F0FA-942E-776B9DC0F16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57423" y="5147542"/>
            <a:ext cx="204152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944CDE9-8EDF-B1D7-A38A-CC58B764A9A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57423" y="4542233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083408F-6C45-7053-ADEF-9A3DBFCF799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54149" y="3588767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5EBB989C-7590-10DE-3387-664855A4676E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6019087" y="2990444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22CD8AAD-CD39-4791-753A-8193646200F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075237" y="2182937"/>
            <a:ext cx="204152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7596FCBE-5E31-B8DB-13FD-BF0DDAB1CCB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075237" y="1577628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305B702-BB02-307E-00B7-98D9589921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67800" y="3588767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3BF95EB8-6106-AF3C-78D8-A066647E019C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7332738" y="4293530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BD3A683B-E42E-FA35-E7FB-E74E9769CC8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93051" y="5130283"/>
            <a:ext cx="204152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CD109356-9C98-8245-D27A-8A562490475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393051" y="4524974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96809B5-A0D9-D023-DB2E-8E4549DC2C9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781451" y="3588767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1E62BD1-B08E-C073-462D-5FBCA2405379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8646390" y="2990444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F811FDA7-E577-43F2-D6FC-983A4B94C80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710867" y="2181874"/>
            <a:ext cx="204152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0A973B8F-AE50-34E5-5B15-81A9592DF28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710867" y="1576565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ED523784-D992-9AF7-DA1B-2E65987A1D1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095103" y="3588767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A760F7-0747-67F3-5F50-AE6497458188}"/>
              </a:ext>
            </a:extLst>
          </p:cNvPr>
          <p:cNvGrpSpPr/>
          <p:nvPr userDrawn="1"/>
        </p:nvGrpSpPr>
        <p:grpSpPr>
          <a:xfrm>
            <a:off x="2826473" y="3093718"/>
            <a:ext cx="6539055" cy="1307812"/>
            <a:chOff x="3480378" y="3357980"/>
            <a:chExt cx="6539055" cy="1307812"/>
          </a:xfrm>
        </p:grpSpPr>
        <p:sp>
          <p:nvSpPr>
            <p:cNvPr id="13" name="Arc 47">
              <a:extLst>
                <a:ext uri="{FF2B5EF4-FFF2-40B4-BE49-F238E27FC236}">
                  <a16:creationId xmlns:a16="http://schemas.microsoft.com/office/drawing/2014/main" id="{050E31AC-DC15-76A7-0044-89F73DD55431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Arc 47">
              <a:extLst>
                <a:ext uri="{FF2B5EF4-FFF2-40B4-BE49-F238E27FC236}">
                  <a16:creationId xmlns:a16="http://schemas.microsoft.com/office/drawing/2014/main" id="{BAB3493B-0633-F805-EAE2-F104DC71D026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Arc 48">
              <a:extLst>
                <a:ext uri="{FF2B5EF4-FFF2-40B4-BE49-F238E27FC236}">
                  <a16:creationId xmlns:a16="http://schemas.microsoft.com/office/drawing/2014/main" id="{6D904B10-FEA0-430E-1D9F-3AFF714CA144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Arc 47">
              <a:extLst>
                <a:ext uri="{FF2B5EF4-FFF2-40B4-BE49-F238E27FC236}">
                  <a16:creationId xmlns:a16="http://schemas.microsoft.com/office/drawing/2014/main" id="{7321788F-60E5-E432-F88B-8FA1F88E81FE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Arc 48">
              <a:extLst>
                <a:ext uri="{FF2B5EF4-FFF2-40B4-BE49-F238E27FC236}">
                  <a16:creationId xmlns:a16="http://schemas.microsoft.com/office/drawing/2014/main" id="{DB3FF764-2681-4862-6B4A-6AB165D97309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9F48BF63-6577-A129-5E9D-C964E089C301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DC817092-36E1-9F2E-7A9F-C1C1BA0EDDE2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BBEDDCCC-D2F6-CB96-E105-E76320D1A6BA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ACCA5710-2188-192B-BA07-258251BE2958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77038E81-AFCA-297C-B59C-35E69E539FB7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193504303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788208" y="3000578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27238" y="2149718"/>
            <a:ext cx="167576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27238" y="1544409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36920" y="3592578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1" name="Text Placeholder 29">
            <a:extLst>
              <a:ext uri="{FF2B5EF4-FFF2-40B4-BE49-F238E27FC236}">
                <a16:creationId xmlns:a16="http://schemas.microsoft.com/office/drawing/2014/main" id="{53323434-68DF-9125-D566-F1BACDE11E4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4043772" y="4308425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BA71903A-36DE-91C7-EFA2-D9009971832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327686" y="5204362"/>
            <a:ext cx="167576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D3DFFB25-896C-3EDE-6055-EE468DBDD58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27686" y="4599053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73D90FC2-7F19-F7F9-BC95-F4787D4A81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06914" y="3592578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D4F2ECCC-C38D-BBB9-2E75-720DFAEE01CD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5357896" y="3000513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67121663-70D4-3BF1-D4EF-1A9B305BD45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628134" y="2149718"/>
            <a:ext cx="167576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0">
            <a:extLst>
              <a:ext uri="{FF2B5EF4-FFF2-40B4-BE49-F238E27FC236}">
                <a16:creationId xmlns:a16="http://schemas.microsoft.com/office/drawing/2014/main" id="{A81A776E-11F9-71B1-4551-15342D48D67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628134" y="1544409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F94F1DAA-42A4-61E9-0754-1CCD3BCF2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15556" y="3592578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9" name="Text Placeholder 29">
            <a:extLst>
              <a:ext uri="{FF2B5EF4-FFF2-40B4-BE49-F238E27FC236}">
                <a16:creationId xmlns:a16="http://schemas.microsoft.com/office/drawing/2014/main" id="{4898336E-E248-EF46-BA8B-2BF1CFFAB124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672020" y="4308425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5E6913C8-FB03-CD49-906E-DD4060DBAD6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928582" y="5204362"/>
            <a:ext cx="167576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44F6B3A7-AADA-116E-D6BB-28E7532917D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928582" y="4599053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13BB42D9-4570-1606-4E3F-18FD1A7AF46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24198" y="3592578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1BFCBE9E-B1A3-4422-5CF2-9541FA3C5246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7986144" y="3000513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64" name="Text Placeholder 10">
            <a:extLst>
              <a:ext uri="{FF2B5EF4-FFF2-40B4-BE49-F238E27FC236}">
                <a16:creationId xmlns:a16="http://schemas.microsoft.com/office/drawing/2014/main" id="{DABCB3F4-0842-933F-B8A6-7DEE28D99F1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229030" y="2154096"/>
            <a:ext cx="167576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0">
            <a:extLst>
              <a:ext uri="{FF2B5EF4-FFF2-40B4-BE49-F238E27FC236}">
                <a16:creationId xmlns:a16="http://schemas.microsoft.com/office/drawing/2014/main" id="{D303EBE3-D758-CFCE-E6DE-CDF0FC2B99A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229030" y="1548787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0">
            <a:extLst>
              <a:ext uri="{FF2B5EF4-FFF2-40B4-BE49-F238E27FC236}">
                <a16:creationId xmlns:a16="http://schemas.microsoft.com/office/drawing/2014/main" id="{FE08EFEF-081F-D74C-0DBF-EC347C017AE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32840" y="3592578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67" name="Text Placeholder 29">
            <a:extLst>
              <a:ext uri="{FF2B5EF4-FFF2-40B4-BE49-F238E27FC236}">
                <a16:creationId xmlns:a16="http://schemas.microsoft.com/office/drawing/2014/main" id="{4926351E-7AD1-9C95-1407-C314C0CC317B}"/>
              </a:ext>
            </a:extLst>
          </p:cNvPr>
          <p:cNvSpPr>
            <a:spLocks noGrp="1" noChangeAspect="1"/>
          </p:cNvSpPr>
          <p:nvPr>
            <p:ph type="body" sz="quarter" idx="45" hasCustomPrompt="1"/>
          </p:nvPr>
        </p:nvSpPr>
        <p:spPr>
          <a:xfrm>
            <a:off x="9290450" y="4308425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68" name="Text Placeholder 10">
            <a:extLst>
              <a:ext uri="{FF2B5EF4-FFF2-40B4-BE49-F238E27FC236}">
                <a16:creationId xmlns:a16="http://schemas.microsoft.com/office/drawing/2014/main" id="{1B3E5397-AFF1-792C-EBED-85446B7974C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8529480" y="5204362"/>
            <a:ext cx="167576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0">
            <a:extLst>
              <a:ext uri="{FF2B5EF4-FFF2-40B4-BE49-F238E27FC236}">
                <a16:creationId xmlns:a16="http://schemas.microsoft.com/office/drawing/2014/main" id="{6A42B7D2-42FB-CF79-5B03-F53EDE38C4C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529480" y="4599053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10">
            <a:extLst>
              <a:ext uri="{FF2B5EF4-FFF2-40B4-BE49-F238E27FC236}">
                <a16:creationId xmlns:a16="http://schemas.microsoft.com/office/drawing/2014/main" id="{B3E3AE05-5DB9-B07D-BA25-7F7F36F3731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739162" y="3592578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7642065-0956-886E-8D50-13A5E23F80D6}"/>
              </a:ext>
            </a:extLst>
          </p:cNvPr>
          <p:cNvGrpSpPr/>
          <p:nvPr userDrawn="1"/>
        </p:nvGrpSpPr>
        <p:grpSpPr>
          <a:xfrm>
            <a:off x="2172567" y="3101973"/>
            <a:ext cx="7846866" cy="1307812"/>
            <a:chOff x="2105892" y="3357980"/>
            <a:chExt cx="7846866" cy="1307812"/>
          </a:xfrm>
        </p:grpSpPr>
        <p:sp>
          <p:nvSpPr>
            <p:cNvPr id="7" name="Arc 48">
              <a:extLst>
                <a:ext uri="{FF2B5EF4-FFF2-40B4-BE49-F238E27FC236}">
                  <a16:creationId xmlns:a16="http://schemas.microsoft.com/office/drawing/2014/main" id="{EC850A60-C20A-8395-7234-45A3366219FC}"/>
                </a:ext>
              </a:extLst>
            </p:cNvPr>
            <p:cNvSpPr/>
            <p:nvPr userDrawn="1"/>
          </p:nvSpPr>
          <p:spPr>
            <a:xfrm flipV="1">
              <a:off x="8644947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Arc 47">
              <a:extLst>
                <a:ext uri="{FF2B5EF4-FFF2-40B4-BE49-F238E27FC236}">
                  <a16:creationId xmlns:a16="http://schemas.microsoft.com/office/drawing/2014/main" id="{A0E80446-5E4B-C665-6CFB-7165CD4931A0}"/>
                </a:ext>
              </a:extLst>
            </p:cNvPr>
            <p:cNvSpPr/>
            <p:nvPr userDrawn="1"/>
          </p:nvSpPr>
          <p:spPr>
            <a:xfrm>
              <a:off x="7337136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Arc 47">
              <a:extLst>
                <a:ext uri="{FF2B5EF4-FFF2-40B4-BE49-F238E27FC236}">
                  <a16:creationId xmlns:a16="http://schemas.microsoft.com/office/drawing/2014/main" id="{A483ED77-8DE6-0A70-9864-0B25285EF399}"/>
                </a:ext>
              </a:extLst>
            </p:cNvPr>
            <p:cNvSpPr/>
            <p:nvPr userDrawn="1"/>
          </p:nvSpPr>
          <p:spPr>
            <a:xfrm>
              <a:off x="4721514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Arc 48">
              <a:extLst>
                <a:ext uri="{FF2B5EF4-FFF2-40B4-BE49-F238E27FC236}">
                  <a16:creationId xmlns:a16="http://schemas.microsoft.com/office/drawing/2014/main" id="{C0781424-C361-E569-C2E5-818CB90302F9}"/>
                </a:ext>
              </a:extLst>
            </p:cNvPr>
            <p:cNvSpPr/>
            <p:nvPr userDrawn="1"/>
          </p:nvSpPr>
          <p:spPr>
            <a:xfrm flipV="1">
              <a:off x="6029325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Arc 47">
              <a:extLst>
                <a:ext uri="{FF2B5EF4-FFF2-40B4-BE49-F238E27FC236}">
                  <a16:creationId xmlns:a16="http://schemas.microsoft.com/office/drawing/2014/main" id="{C5BC891C-DA63-19BD-19F3-2D26B0FF68EC}"/>
                </a:ext>
              </a:extLst>
            </p:cNvPr>
            <p:cNvSpPr/>
            <p:nvPr userDrawn="1"/>
          </p:nvSpPr>
          <p:spPr>
            <a:xfrm>
              <a:off x="2105892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Arc 48">
              <a:extLst>
                <a:ext uri="{FF2B5EF4-FFF2-40B4-BE49-F238E27FC236}">
                  <a16:creationId xmlns:a16="http://schemas.microsoft.com/office/drawing/2014/main" id="{D79DB29A-0810-7DFE-9053-128F395BB5E3}"/>
                </a:ext>
              </a:extLst>
            </p:cNvPr>
            <p:cNvSpPr/>
            <p:nvPr userDrawn="1"/>
          </p:nvSpPr>
          <p:spPr>
            <a:xfrm flipV="1">
              <a:off x="3413703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0A50CFDB-C446-FF8C-E209-3F041E442B41}"/>
                </a:ext>
              </a:extLst>
            </p:cNvPr>
            <p:cNvSpPr/>
            <p:nvPr userDrawn="1"/>
          </p:nvSpPr>
          <p:spPr>
            <a:xfrm>
              <a:off x="210589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C6980E86-E4FB-22C1-4406-0D82C266B0DA}"/>
                </a:ext>
              </a:extLst>
            </p:cNvPr>
            <p:cNvSpPr/>
            <p:nvPr userDrawn="1"/>
          </p:nvSpPr>
          <p:spPr>
            <a:xfrm flipV="1">
              <a:off x="3413703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ED4A39C9-E6A3-3B71-7A3C-59E2BBF28432}"/>
                </a:ext>
              </a:extLst>
            </p:cNvPr>
            <p:cNvSpPr/>
            <p:nvPr userDrawn="1"/>
          </p:nvSpPr>
          <p:spPr>
            <a:xfrm>
              <a:off x="4721514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8F9E7552-A40C-A6B7-2258-AF322F0FD3BF}"/>
                </a:ext>
              </a:extLst>
            </p:cNvPr>
            <p:cNvSpPr/>
            <p:nvPr userDrawn="1"/>
          </p:nvSpPr>
          <p:spPr>
            <a:xfrm flipV="1">
              <a:off x="6029325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8573ABE9-21D1-D87C-E9AB-3703CD1EBDFA}"/>
                </a:ext>
              </a:extLst>
            </p:cNvPr>
            <p:cNvSpPr/>
            <p:nvPr userDrawn="1"/>
          </p:nvSpPr>
          <p:spPr>
            <a:xfrm>
              <a:off x="7337136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795C9FE2-0C8F-8E77-BF2A-00588F78C29A}"/>
                </a:ext>
              </a:extLst>
            </p:cNvPr>
            <p:cNvSpPr/>
            <p:nvPr userDrawn="1"/>
          </p:nvSpPr>
          <p:spPr>
            <a:xfrm flipV="1">
              <a:off x="8644947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06804882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97C484F-84DC-25EA-C07C-C76534ABE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49" cy="1720850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</p:spTree>
    <p:extLst>
      <p:ext uri="{BB962C8B-B14F-4D97-AF65-F5344CB8AC3E}">
        <p14:creationId xmlns:p14="http://schemas.microsoft.com/office/powerpoint/2010/main" val="3837449287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179915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1066667" cy="4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595857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09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15070"/>
      </p:ext>
    </p:extLst>
  </p:cSld>
  <p:clrMapOvr>
    <a:masterClrMapping/>
  </p:clrMapOvr>
  <p:hf hdr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7577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386625"/>
      </p:ext>
    </p:extLst>
  </p:cSld>
  <p:clrMapOvr>
    <a:masterClrMapping/>
  </p:clrMapOvr>
  <p:hf hdr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044361"/>
      </p:ext>
    </p:extLst>
  </p:cSld>
  <p:clrMapOvr>
    <a:masterClrMapping/>
  </p:clrMapOvr>
  <p:hf hdr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756581"/>
      </p:ext>
    </p:extLst>
  </p:cSld>
  <p:clrMapOvr>
    <a:masterClrMapping/>
  </p:clrMapOvr>
  <p:hf hdr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35674"/>
      </p:ext>
    </p:extLst>
  </p:cSld>
  <p:clrMapOvr>
    <a:masterClrMapping/>
  </p:clrMapOvr>
  <p:hf hdr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121833"/>
      </p:ext>
    </p:extLst>
  </p:cSld>
  <p:clrMapOvr>
    <a:masterClrMapping/>
  </p:clrMapOvr>
  <p:hf hdr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857DF4D-D974-434D-9D64-40B7405DF5F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917211"/>
      </p:ext>
    </p:extLst>
  </p:cSld>
  <p:clrMapOvr>
    <a:masterClrMapping/>
  </p:clrMapOvr>
  <p:hf hdr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96744"/>
      </p:ext>
    </p:extLst>
  </p:cSld>
  <p:clrMapOvr>
    <a:masterClrMapping/>
  </p:clrMapOvr>
  <p:hf hdr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589668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BD9625-ED1C-9C68-D8B9-B6502FCCB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523"/>
            <a:ext cx="10515600" cy="13251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293A9-2FAF-A155-DC7A-FE995344A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229"/>
            <a:ext cx="10515600" cy="43517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1B5DE-B15D-9D1C-21D2-953FFCB00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grpSp>
        <p:nvGrpSpPr>
          <p:cNvPr id="7" name="Group">
            <a:extLst>
              <a:ext uri="{FF2B5EF4-FFF2-40B4-BE49-F238E27FC236}">
                <a16:creationId xmlns:a16="http://schemas.microsoft.com/office/drawing/2014/main" id="{2CC72135-826E-3084-1ACC-9293218F24EE}"/>
              </a:ext>
            </a:extLst>
          </p:cNvPr>
          <p:cNvGrpSpPr/>
          <p:nvPr userDrawn="1"/>
        </p:nvGrpSpPr>
        <p:grpSpPr>
          <a:xfrm>
            <a:off x="11350549" y="6275881"/>
            <a:ext cx="378619" cy="267073"/>
            <a:chOff x="0" y="0"/>
            <a:chExt cx="504824" cy="356095"/>
          </a:xfrm>
        </p:grpSpPr>
        <p:sp>
          <p:nvSpPr>
            <p:cNvPr id="19" name="Line">
              <a:extLst>
                <a:ext uri="{FF2B5EF4-FFF2-40B4-BE49-F238E27FC236}">
                  <a16:creationId xmlns:a16="http://schemas.microsoft.com/office/drawing/2014/main" id="{024BCD63-D1A0-9E6D-3EA4-16D1E0509D18}"/>
                </a:ext>
              </a:extLst>
            </p:cNvPr>
            <p:cNvSpPr/>
            <p:nvPr/>
          </p:nvSpPr>
          <p:spPr>
            <a:xfrm>
              <a:off x="0" y="180134"/>
              <a:ext cx="504825" cy="1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9" name="Line">
              <a:extLst>
                <a:ext uri="{FF2B5EF4-FFF2-40B4-BE49-F238E27FC236}">
                  <a16:creationId xmlns:a16="http://schemas.microsoft.com/office/drawing/2014/main" id="{3E483999-BF7F-A26B-845E-8C65CD948361}"/>
                </a:ext>
              </a:extLst>
            </p:cNvPr>
            <p:cNvSpPr/>
            <p:nvPr/>
          </p:nvSpPr>
          <p:spPr>
            <a:xfrm>
              <a:off x="324689" y="0"/>
              <a:ext cx="177185" cy="177184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0" name="Line">
              <a:extLst>
                <a:ext uri="{FF2B5EF4-FFF2-40B4-BE49-F238E27FC236}">
                  <a16:creationId xmlns:a16="http://schemas.microsoft.com/office/drawing/2014/main" id="{B9696663-8271-B1D6-1A2F-9E2DDAA3DD5E}"/>
                </a:ext>
              </a:extLst>
            </p:cNvPr>
            <p:cNvSpPr/>
            <p:nvPr/>
          </p:nvSpPr>
          <p:spPr>
            <a:xfrm flipV="1">
              <a:off x="324689" y="178911"/>
              <a:ext cx="177185" cy="177185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" name="textruta 3">
            <a:extLst>
              <a:ext uri="{FF2B5EF4-FFF2-40B4-BE49-F238E27FC236}">
                <a16:creationId xmlns:a16="http://schemas.microsoft.com/office/drawing/2014/main" id="{2DC00BBB-96D5-E144-A351-6386B4BABF32}"/>
              </a:ext>
            </a:extLst>
          </p:cNvPr>
          <p:cNvSpPr txBox="1"/>
          <p:nvPr userDrawn="1"/>
        </p:nvSpPr>
        <p:spPr>
          <a:xfrm>
            <a:off x="10707476" y="6260827"/>
            <a:ext cx="759780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rIns="34289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2000">
                <a:solidFill>
                  <a:srgbClr val="000000"/>
                </a:solidFill>
              </a:defRPr>
            </a:lvl1pPr>
          </a:lstStyle>
          <a:p>
            <a:r>
              <a:rPr sz="1500"/>
              <a:t>NEXT</a:t>
            </a:r>
          </a:p>
        </p:txBody>
      </p:sp>
      <p:grpSp>
        <p:nvGrpSpPr>
          <p:cNvPr id="4" name="Group 3" hidden="1">
            <a:extLst>
              <a:ext uri="{FF2B5EF4-FFF2-40B4-BE49-F238E27FC236}">
                <a16:creationId xmlns:a16="http://schemas.microsoft.com/office/drawing/2014/main" id="{B3A606B9-7A85-A653-3B7B-A73C925E35A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5" name="Group 4" hidden="1">
              <a:extLst>
                <a:ext uri="{FF2B5EF4-FFF2-40B4-BE49-F238E27FC236}">
                  <a16:creationId xmlns:a16="http://schemas.microsoft.com/office/drawing/2014/main" id="{0DA89A57-887E-CE8C-8768-88BCAD4C8758}"/>
                </a:ext>
              </a:extLst>
            </p:cNvPr>
            <p:cNvGrpSpPr/>
            <p:nvPr userDrawn="1"/>
          </p:nvGrpSpPr>
          <p:grpSpPr>
            <a:xfrm>
              <a:off x="0" y="0"/>
              <a:ext cx="12192000" cy="6858000"/>
              <a:chOff x="0" y="0"/>
              <a:chExt cx="5166360" cy="6858000"/>
            </a:xfrm>
            <a:noFill/>
          </p:grpSpPr>
          <p:sp>
            <p:nvSpPr>
              <p:cNvPr id="13" name="Rectangle 12" hidden="1">
                <a:extLst>
                  <a:ext uri="{FF2B5EF4-FFF2-40B4-BE49-F238E27FC236}">
                    <a16:creationId xmlns:a16="http://schemas.microsoft.com/office/drawing/2014/main" id="{D34F6CA2-EFE0-824A-3557-295549EC196B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 hidden="1">
                <a:extLst>
                  <a:ext uri="{FF2B5EF4-FFF2-40B4-BE49-F238E27FC236}">
                    <a16:creationId xmlns:a16="http://schemas.microsoft.com/office/drawing/2014/main" id="{D4F5DF5E-C25C-E06B-DA76-269A78A78FBC}"/>
                  </a:ext>
                </a:extLst>
              </p:cNvPr>
              <p:cNvSpPr/>
              <p:nvPr userDrawn="1"/>
            </p:nvSpPr>
            <p:spPr>
              <a:xfrm>
                <a:off x="86106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 hidden="1">
                <a:extLst>
                  <a:ext uri="{FF2B5EF4-FFF2-40B4-BE49-F238E27FC236}">
                    <a16:creationId xmlns:a16="http://schemas.microsoft.com/office/drawing/2014/main" id="{E5E2181D-DEA5-A52B-A99C-F438E7F9CC19}"/>
                  </a:ext>
                </a:extLst>
              </p:cNvPr>
              <p:cNvSpPr/>
              <p:nvPr userDrawn="1"/>
            </p:nvSpPr>
            <p:spPr>
              <a:xfrm>
                <a:off x="172212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 hidden="1">
                <a:extLst>
                  <a:ext uri="{FF2B5EF4-FFF2-40B4-BE49-F238E27FC236}">
                    <a16:creationId xmlns:a16="http://schemas.microsoft.com/office/drawing/2014/main" id="{93FE8CC2-C679-9344-20A3-EBB5357EBCA9}"/>
                  </a:ext>
                </a:extLst>
              </p:cNvPr>
              <p:cNvSpPr/>
              <p:nvPr userDrawn="1"/>
            </p:nvSpPr>
            <p:spPr>
              <a:xfrm>
                <a:off x="258318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 hidden="1">
                <a:extLst>
                  <a:ext uri="{FF2B5EF4-FFF2-40B4-BE49-F238E27FC236}">
                    <a16:creationId xmlns:a16="http://schemas.microsoft.com/office/drawing/2014/main" id="{F8A77995-221D-057E-4A69-0AE8C4EB94F6}"/>
                  </a:ext>
                </a:extLst>
              </p:cNvPr>
              <p:cNvSpPr/>
              <p:nvPr userDrawn="1"/>
            </p:nvSpPr>
            <p:spPr>
              <a:xfrm>
                <a:off x="344424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 hidden="1">
                <a:extLst>
                  <a:ext uri="{FF2B5EF4-FFF2-40B4-BE49-F238E27FC236}">
                    <a16:creationId xmlns:a16="http://schemas.microsoft.com/office/drawing/2014/main" id="{8C44B415-B294-F664-88CA-45B04EC24A3C}"/>
                  </a:ext>
                </a:extLst>
              </p:cNvPr>
              <p:cNvSpPr/>
              <p:nvPr userDrawn="1"/>
            </p:nvSpPr>
            <p:spPr>
              <a:xfrm>
                <a:off x="430530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2" name="Frame 11" hidden="1">
              <a:extLst>
                <a:ext uri="{FF2B5EF4-FFF2-40B4-BE49-F238E27FC236}">
                  <a16:creationId xmlns:a16="http://schemas.microsoft.com/office/drawing/2014/main" id="{6BFAFB4F-E8FA-5E73-79F0-1505E0146735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frame">
              <a:avLst>
                <a:gd name="adj1" fmla="val 861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68E88FD4-43FA-F80D-DA99-3B57A0B99735}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0201" y="6377199"/>
            <a:ext cx="254317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643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708" r:id="rId2"/>
    <p:sldLayoutId id="2147483709" r:id="rId3"/>
    <p:sldLayoutId id="2147483686" r:id="rId4"/>
    <p:sldLayoutId id="2147483714" r:id="rId5"/>
    <p:sldLayoutId id="2147483715" r:id="rId6"/>
    <p:sldLayoutId id="2147483685" r:id="rId7"/>
    <p:sldLayoutId id="2147483703" r:id="rId8"/>
    <p:sldLayoutId id="2147483695" r:id="rId9"/>
    <p:sldLayoutId id="2147483710" r:id="rId10"/>
    <p:sldLayoutId id="2147483711" r:id="rId11"/>
    <p:sldLayoutId id="2147483701" r:id="rId12"/>
    <p:sldLayoutId id="2147483702" r:id="rId13"/>
    <p:sldLayoutId id="2147483700" r:id="rId14"/>
    <p:sldLayoutId id="2147483712" r:id="rId15"/>
    <p:sldLayoutId id="2147483713" r:id="rId16"/>
    <p:sldLayoutId id="2147483717" r:id="rId17"/>
    <p:sldLayoutId id="2147483718" r:id="rId18"/>
    <p:sldLayoutId id="2147483719" r:id="rId19"/>
    <p:sldLayoutId id="2147483720" r:id="rId20"/>
    <p:sldLayoutId id="2147483716" r:id="rId21"/>
    <p:sldLayoutId id="2147483721" r:id="rId22"/>
    <p:sldLayoutId id="2147483676" r:id="rId23"/>
    <p:sldLayoutId id="2147483722" r:id="rId24"/>
    <p:sldLayoutId id="2147483674" r:id="rId25"/>
    <p:sldLayoutId id="2147483675" r:id="rId26"/>
    <p:sldLayoutId id="2147483677" r:id="rId27"/>
    <p:sldLayoutId id="2147483673" r:id="rId28"/>
    <p:sldLayoutId id="2147483696" r:id="rId29"/>
    <p:sldLayoutId id="2147483697" r:id="rId30"/>
    <p:sldLayoutId id="2147483723" r:id="rId31"/>
    <p:sldLayoutId id="2147483687" r:id="rId32"/>
    <p:sldLayoutId id="2147483683" r:id="rId33"/>
    <p:sldLayoutId id="2147483682" r:id="rId34"/>
    <p:sldLayoutId id="2147483684" r:id="rId35"/>
    <p:sldLayoutId id="2147483698" r:id="rId36"/>
    <p:sldLayoutId id="2147483699" r:id="rId37"/>
    <p:sldLayoutId id="2147483691" r:id="rId38"/>
    <p:sldLayoutId id="2147483692" r:id="rId39"/>
    <p:sldLayoutId id="2147483693" r:id="rId40"/>
    <p:sldLayoutId id="2147483694" r:id="rId41"/>
    <p:sldLayoutId id="2147483704" r:id="rId42"/>
    <p:sldLayoutId id="2147483705" r:id="rId43"/>
    <p:sldLayoutId id="2147483706" r:id="rId44"/>
    <p:sldLayoutId id="2147483707" r:id="rId45"/>
    <p:sldLayoutId id="2147483679" r:id="rId46"/>
    <p:sldLayoutId id="2147483680" r:id="rId47"/>
    <p:sldLayoutId id="2147483724" r:id="rId4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52" userDrawn="1">
          <p15:clr>
            <a:srgbClr val="F26B43"/>
          </p15:clr>
        </p15:guide>
        <p15:guide id="2" pos="370" userDrawn="1">
          <p15:clr>
            <a:srgbClr val="F26B43"/>
          </p15:clr>
        </p15:guide>
        <p15:guide id="3" orient="horz" pos="368" userDrawn="1">
          <p15:clr>
            <a:srgbClr val="F26B43"/>
          </p15:clr>
        </p15:guide>
        <p15:guide id="4" pos="7310" userDrawn="1">
          <p15:clr>
            <a:srgbClr val="F26B43"/>
          </p15:clr>
        </p15:guide>
        <p15:guide id="5" pos="1277" userDrawn="1">
          <p15:clr>
            <a:srgbClr val="F26B43"/>
          </p15:clr>
        </p15:guide>
        <p15:guide id="6" pos="2570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pos="5110" userDrawn="1">
          <p15:clr>
            <a:srgbClr val="F26B43"/>
          </p15:clr>
        </p15:guide>
        <p15:guide id="9" pos="6403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07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suricata.io/download/" TargetMode="External"/><Relationship Id="rId1" Type="http://schemas.openxmlformats.org/officeDocument/2006/relationships/slideLayout" Target="../slideLayouts/slideLayout5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AD85578-1E4B-4014-9D52-E76894750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8550B3F-9390-4CA1-B3C8-91529289D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DD2756-ED19-E921-2714-CAFEDDE6B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9518" y="1059838"/>
            <a:ext cx="3632052" cy="4738324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Suricata: IDS e IPS</a:t>
            </a:r>
          </a:p>
          <a:p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8F79B-D5F2-7C59-B9D5-2D2D4BA2B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3294" y="1059838"/>
            <a:ext cx="4665397" cy="47383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Henrique Dias Neves Simões Ferreira </a:t>
            </a:r>
          </a:p>
          <a:p>
            <a:pPr marL="0" indent="0">
              <a:buNone/>
            </a:pPr>
            <a:r>
              <a:rPr lang="en-US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João Pedro Vila Pomar  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Rodolfo Miguel de Sousa Belchior Brás Oliveira </a:t>
            </a:r>
          </a:p>
          <a:p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A963C8D2-D05D-2725-5041-09037BD96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6195" y="6236208"/>
            <a:ext cx="4218980" cy="320040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500"/>
              <a:t>
              </a:t>
            </a:r>
          </a:p>
        </p:txBody>
      </p:sp>
      <p:sp>
        <p:nvSpPr>
          <p:cNvPr id="25" name="Slide Number Placeholder 6">
            <a:extLst>
              <a:ext uri="{FF2B5EF4-FFF2-40B4-BE49-F238E27FC236}">
                <a16:creationId xmlns:a16="http://schemas.microsoft.com/office/drawing/2014/main" id="{C285988A-5FEC-E36C-D4E6-B59B65AA1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0C12960-6E85-460F-B6E3-5B82CB31AF3D}" type="slidenum">
              <a:rPr lang="en-US" dirty="0"/>
              <a:pPr>
                <a:lnSpc>
                  <a:spcPct val="90000"/>
                </a:lnSpc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0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80CCC8-6EC5-69DB-F079-9AAD5A053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Índice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EAE98-ECC0-6D12-1F2C-A609F887D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i="0" dirty="0">
                <a:solidFill>
                  <a:srgbClr val="404040"/>
                </a:solidFill>
                <a:latin typeface="Times New Roman"/>
                <a:cs typeface="Times New Roman"/>
              </a:rPr>
              <a:t>IDS/IPS: A </a:t>
            </a:r>
            <a:r>
              <a:rPr lang="en-US" sz="1700" i="0" dirty="0" err="1">
                <a:solidFill>
                  <a:srgbClr val="404040"/>
                </a:solidFill>
                <a:latin typeface="Times New Roman"/>
                <a:cs typeface="Times New Roman"/>
              </a:rPr>
              <a:t>Solução</a:t>
            </a:r>
            <a:r>
              <a:rPr lang="en-US" sz="1700" i="0" dirty="0">
                <a:solidFill>
                  <a:srgbClr val="404040"/>
                </a:solidFill>
                <a:latin typeface="Times New Roman"/>
                <a:cs typeface="Times New Roman"/>
              </a:rPr>
              <a:t> de </a:t>
            </a:r>
            <a:r>
              <a:rPr lang="en-US" sz="1700" i="0" dirty="0" err="1">
                <a:solidFill>
                  <a:srgbClr val="404040"/>
                </a:solidFill>
                <a:latin typeface="Times New Roman"/>
                <a:cs typeface="Times New Roman"/>
              </a:rPr>
              <a:t>Monitorização</a:t>
            </a:r>
            <a:endParaRPr lang="en-US" sz="1700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r>
              <a:rPr lang="en-US" sz="1700" i="0" dirty="0">
                <a:solidFill>
                  <a:srgbClr val="404040"/>
                </a:solidFill>
                <a:latin typeface="Times New Roman"/>
                <a:cs typeface="Times New Roman"/>
              </a:rPr>
              <a:t>A Ferramenta: Suricata</a:t>
            </a:r>
            <a:endParaRPr lang="en-US" sz="1700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r>
              <a:rPr lang="en-US" sz="1700" dirty="0" err="1">
                <a:solidFill>
                  <a:srgbClr val="404040"/>
                </a:solidFill>
                <a:latin typeface="Times New Roman"/>
                <a:cs typeface="Times New Roman"/>
              </a:rPr>
              <a:t>Arquitetura</a:t>
            </a:r>
            <a:r>
              <a:rPr lang="en-US" sz="1700" dirty="0">
                <a:solidFill>
                  <a:srgbClr val="404040"/>
                </a:solidFill>
                <a:latin typeface="Times New Roman"/>
                <a:cs typeface="Times New Roman"/>
              </a:rPr>
              <a:t> principal</a:t>
            </a:r>
          </a:p>
          <a:p>
            <a:pPr>
              <a:lnSpc>
                <a:spcPct val="90000"/>
              </a:lnSpc>
            </a:pPr>
            <a:r>
              <a:rPr lang="pt-PT" sz="1700" dirty="0">
                <a:solidFill>
                  <a:srgbClr val="404040"/>
                </a:solidFill>
                <a:latin typeface="Times New Roman"/>
                <a:cs typeface="Times New Roman"/>
              </a:rPr>
              <a:t>Regras</a:t>
            </a:r>
            <a:endParaRPr lang="en-US" sz="1700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r>
              <a:rPr lang="en-US" sz="1700" i="0" dirty="0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lang="en-US" sz="1700" i="0" dirty="0" err="1">
                <a:solidFill>
                  <a:srgbClr val="404040"/>
                </a:solidFill>
                <a:latin typeface="Times New Roman"/>
                <a:cs typeface="Times New Roman"/>
              </a:rPr>
              <a:t>Nossa</a:t>
            </a:r>
            <a:r>
              <a:rPr lang="en-US" sz="1700" i="0" dirty="0">
                <a:solidFill>
                  <a:srgbClr val="404040"/>
                </a:solidFill>
                <a:latin typeface="Times New Roman"/>
                <a:cs typeface="Times New Roman"/>
              </a:rPr>
              <a:t> Testbed no GNS3</a:t>
            </a:r>
            <a:endParaRPr lang="en-US" sz="1700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r>
              <a:rPr lang="en-US" sz="1700" i="0" dirty="0" err="1">
                <a:solidFill>
                  <a:srgbClr val="404040"/>
                </a:solidFill>
                <a:latin typeface="Times New Roman"/>
                <a:cs typeface="Times New Roman"/>
              </a:rPr>
              <a:t>Experiências</a:t>
            </a:r>
            <a:r>
              <a:rPr lang="en-US" sz="1700" i="0" dirty="0">
                <a:solidFill>
                  <a:srgbClr val="404040"/>
                </a:solidFill>
                <a:latin typeface="Times New Roman"/>
                <a:cs typeface="Times New Roman"/>
              </a:rPr>
              <a:t> e </a:t>
            </a:r>
            <a:r>
              <a:rPr lang="en-US" sz="1700" i="0" dirty="0" err="1">
                <a:solidFill>
                  <a:srgbClr val="404040"/>
                </a:solidFill>
                <a:latin typeface="Times New Roman"/>
                <a:cs typeface="Times New Roman"/>
              </a:rPr>
              <a:t>Análise</a:t>
            </a:r>
            <a:r>
              <a:rPr lang="en-US" sz="1700" i="0" dirty="0">
                <a:solidFill>
                  <a:srgbClr val="404040"/>
                </a:solidFill>
                <a:latin typeface="Times New Roman"/>
                <a:cs typeface="Times New Roman"/>
              </a:rPr>
              <a:t> de </a:t>
            </a:r>
            <a:r>
              <a:rPr lang="en-US" sz="1700" i="0" dirty="0" err="1">
                <a:solidFill>
                  <a:srgbClr val="404040"/>
                </a:solidFill>
                <a:latin typeface="Times New Roman"/>
                <a:cs typeface="Times New Roman"/>
              </a:rPr>
              <a:t>Deteções</a:t>
            </a:r>
            <a:endParaRPr lang="en-US" sz="1700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r>
              <a:rPr lang="en-US" sz="1700" i="0" dirty="0" err="1">
                <a:solidFill>
                  <a:srgbClr val="404040"/>
                </a:solidFill>
                <a:latin typeface="Times New Roman"/>
                <a:cs typeface="Times New Roman"/>
              </a:rPr>
              <a:t>Demonstração</a:t>
            </a:r>
            <a:endParaRPr lang="en-US" sz="17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pt-PT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Referências</a:t>
            </a:r>
            <a:endParaRPr lang="en-US" sz="17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210" indent="-283210">
              <a:lnSpc>
                <a:spcPct val="90000"/>
              </a:lnSpc>
            </a:pPr>
            <a:endParaRPr lang="en-US" sz="17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C9FB6-59E6-D571-D5BE-D3F7A05B1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FDEE278-BFDB-418C-A9D5-0D5169C04A6A}" type="slidenum">
              <a:rPr lang="pt-PT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40846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9F26AF7-9AC1-49A4-8F89-2C63E1C0A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49185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E66CDE-73EB-F37B-A7EE-278D4CEC8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IDS/IPS: 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Solução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Monitorização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BC2A4481-6FE5-0E36-AB28-FB3094C7D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004" y="1013673"/>
            <a:ext cx="4297680" cy="2449677"/>
          </a:xfrm>
          <a:prstGeom prst="rect">
            <a:avLst/>
          </a:prstGeom>
        </p:spPr>
      </p:pic>
      <p:pic>
        <p:nvPicPr>
          <p:cNvPr id="7" name="Picture 6" descr="A blue box with white arrows and a circle&#10;&#10;AI-generated content may be incorrect.">
            <a:extLst>
              <a:ext uri="{FF2B5EF4-FFF2-40B4-BE49-F238E27FC236}">
                <a16:creationId xmlns:a16="http://schemas.microsoft.com/office/drawing/2014/main" id="{729F1C05-6114-0550-DC2D-F5E9593D9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6690" y="1872550"/>
            <a:ext cx="4741723" cy="73192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55A60-40B5-5DFB-B537-CB371866E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236208"/>
            <a:ext cx="5901189" cy="320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600"/>
              </a:spcAft>
            </a:pPr>
            <a:r>
              <a:rPr lang="en-US" sz="5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5361A-DA04-B592-704D-995D0CFA1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 vert="horz" lIns="18288" tIns="45720" rIns="18288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600"/>
              </a:spcAft>
            </a:pPr>
            <a:fld id="{70C12960-6E85-460F-B6E3-5B82CB31AF3D}" type="slidenum">
              <a:rPr lang="en-US" kern="1200" spc="0" baseline="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 defTabSz="457200"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kern="1200" spc="0" baseline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2187EAE-629B-616E-00C4-D1B72D98983A}"/>
              </a:ext>
            </a:extLst>
          </p:cNvPr>
          <p:cNvSpPr txBox="1"/>
          <p:nvPr/>
        </p:nvSpPr>
        <p:spPr>
          <a:xfrm>
            <a:off x="5150869" y="3567118"/>
            <a:ext cx="18902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1 -</a:t>
            </a:r>
            <a:r>
              <a:rPr lang="pt-B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Security IPS e IDS</a:t>
            </a:r>
            <a:endParaRPr lang="pt-PT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880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BA03B-D11A-B9C9-2779-19324A85D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4476806" cy="118872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 Suricata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67013-BF59-4179-95C1-1B2F16EA8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638044"/>
            <a:ext cx="4492932" cy="32632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Open-source (IDS/IPS)</a:t>
            </a:r>
          </a:p>
          <a:p>
            <a:r>
              <a:rPr lang="en-US" dirty="0" err="1">
                <a:latin typeface="Times New Roman"/>
                <a:cs typeface="Times New Roman"/>
              </a:rPr>
              <a:t>Suporta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regras</a:t>
            </a:r>
            <a:r>
              <a:rPr lang="en-US" dirty="0">
                <a:latin typeface="Times New Roman"/>
                <a:cs typeface="Times New Roman"/>
              </a:rPr>
              <a:t> para </a:t>
            </a:r>
            <a:r>
              <a:rPr lang="en-US" dirty="0" err="1">
                <a:latin typeface="Times New Roman"/>
                <a:cs typeface="Times New Roman"/>
              </a:rPr>
              <a:t>identificar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ataques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 err="1">
                <a:latin typeface="Times New Roman"/>
                <a:cs typeface="Times New Roman"/>
              </a:rPr>
              <a:t>Tráfego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em</a:t>
            </a:r>
            <a:r>
              <a:rPr lang="en-US" dirty="0">
                <a:latin typeface="Times New Roman"/>
                <a:cs typeface="Times New Roman"/>
              </a:rPr>
              <a:t> tempo real</a:t>
            </a:r>
          </a:p>
          <a:p>
            <a:r>
              <a:rPr lang="en-US" dirty="0" err="1">
                <a:latin typeface="Times New Roman"/>
                <a:cs typeface="Times New Roman"/>
              </a:rPr>
              <a:t>Alertas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automáticos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GNS3 e Kali</a:t>
            </a:r>
          </a:p>
          <a:p>
            <a:r>
              <a:rPr lang="en-US" dirty="0">
                <a:latin typeface="Times New Roman"/>
                <a:cs typeface="Times New Roman"/>
              </a:rPr>
              <a:t>DDoS, SNMP, Port Scanning, </a:t>
            </a:r>
            <a:r>
              <a:rPr lang="en-US" dirty="0" err="1">
                <a:latin typeface="Times New Roman"/>
                <a:cs typeface="Times New Roman"/>
              </a:rPr>
              <a:t>Força</a:t>
            </a:r>
            <a:r>
              <a:rPr lang="en-US" dirty="0">
                <a:latin typeface="Times New Roman"/>
                <a:cs typeface="Times New Roman"/>
              </a:rPr>
              <a:t> Bruta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6533F40-045E-4E3D-9243-864CD4E58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43605" y="964692"/>
            <a:ext cx="5440680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0402EC6-D845-41B3-BEBE-CB34D9BFE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0699" y="1128683"/>
            <a:ext cx="5106493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m 7" descr="Logotipo&#10;&#10;O conteúdo gerado por IA pode estar incorreto.">
            <a:extLst>
              <a:ext uri="{FF2B5EF4-FFF2-40B4-BE49-F238E27FC236}">
                <a16:creationId xmlns:a16="http://schemas.microsoft.com/office/drawing/2014/main" id="{FDBE8823-6C21-E324-5D68-04C9E2152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789" y="1693405"/>
            <a:ext cx="4782312" cy="347913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E85FF-8D37-BD0E-99C9-973B8E54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8315" y="6236208"/>
            <a:ext cx="5901189" cy="320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B878B-6425-4FFD-1164-052CC91E5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82451CD-9014-AB20-D1A0-A09E2FAA93CF}"/>
              </a:ext>
            </a:extLst>
          </p:cNvPr>
          <p:cNvSpPr txBox="1"/>
          <p:nvPr/>
        </p:nvSpPr>
        <p:spPr>
          <a:xfrm>
            <a:off x="8103535" y="5327939"/>
            <a:ext cx="112082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2 - Suricata Logo</a:t>
            </a:r>
          </a:p>
        </p:txBody>
      </p:sp>
    </p:spTree>
    <p:extLst>
      <p:ext uri="{BB962C8B-B14F-4D97-AF65-F5344CB8AC3E}">
        <p14:creationId xmlns:p14="http://schemas.microsoft.com/office/powerpoint/2010/main" val="1377807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E306BA-0F51-7D90-B84C-9AD5257C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10053-C785-B020-6684-A30EFF2CF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ARQUITETURA PRINCIPAL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CE76EBB-F157-470C-4270-BF75F6483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FDEE278-BFDB-418C-A9D5-0D5169C04A6A}" type="slidenum">
              <a:rPr lang="pt-PT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pt-PT"/>
          </a:p>
        </p:txBody>
      </p:sp>
      <p:graphicFrame>
        <p:nvGraphicFramePr>
          <p:cNvPr id="11" name="Rectangle 1">
            <a:extLst>
              <a:ext uri="{FF2B5EF4-FFF2-40B4-BE49-F238E27FC236}">
                <a16:creationId xmlns:a16="http://schemas.microsoft.com/office/drawing/2014/main" id="{347BFE29-40BE-9D5D-6FAF-2140E03370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104384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92749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7ED98-90B0-5A1D-41E6-8CAF99DFA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Regras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776E7F2-DDC7-F434-33EB-B8F50EA07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FDEE278-BFDB-418C-A9D5-0D5169C04A6A}" type="slidenum">
              <a:rPr lang="pt-PT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pt-PT"/>
          </a:p>
        </p:txBody>
      </p:sp>
      <p:graphicFrame>
        <p:nvGraphicFramePr>
          <p:cNvPr id="11" name="Rectangle 1">
            <a:extLst>
              <a:ext uri="{FF2B5EF4-FFF2-40B4-BE49-F238E27FC236}">
                <a16:creationId xmlns:a16="http://schemas.microsoft.com/office/drawing/2014/main" id="{49FB3CBC-3765-1248-FAE2-2291BEC3B6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1872046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0434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EDED847-34F1-4353-AA83-1525E9E40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5476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AA7055-D3FD-BB09-339F-6994AFF3B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7599" y="4928136"/>
            <a:ext cx="7729728" cy="1134402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Testbed no GNS3</a:t>
            </a:r>
          </a:p>
        </p:txBody>
      </p:sp>
      <p:pic>
        <p:nvPicPr>
          <p:cNvPr id="10" name="Picture 9" descr="A diagram of a computer network">
            <a:extLst>
              <a:ext uri="{FF2B5EF4-FFF2-40B4-BE49-F238E27FC236}">
                <a16:creationId xmlns:a16="http://schemas.microsoft.com/office/drawing/2014/main" id="{D8B34CCB-FB37-31A3-128D-60E35339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86"/>
          <a:stretch>
            <a:fillRect/>
          </a:stretch>
        </p:blipFill>
        <p:spPr>
          <a:xfrm>
            <a:off x="1747703" y="232236"/>
            <a:ext cx="8696594" cy="452223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17EB7-3F2F-296D-DA25-315B75461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236208"/>
            <a:ext cx="5901189" cy="320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600"/>
              </a:spcAft>
            </a:pPr>
            <a:r>
              <a:rPr lang="en-US" sz="5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DF9FE-F130-3F63-D0AE-D39444B8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 vert="horz" lIns="18288" tIns="45720" rIns="18288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600"/>
              </a:spcAft>
            </a:pPr>
            <a:fld id="{70C12960-6E85-460F-B6E3-5B82CB31AF3D}" type="slidenum">
              <a:rPr lang="en-US" smtClean="0"/>
              <a:pPr defTabSz="457200"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031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724184-82C9-C628-A411-BB292CB78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Experiências</a:t>
            </a:r>
            <a:r>
              <a:rPr lang="en-US" dirty="0">
                <a:latin typeface="Times New Roman"/>
                <a:cs typeface="Times New Roman"/>
              </a:rPr>
              <a:t> e </a:t>
            </a:r>
            <a:r>
              <a:rPr lang="en-US" dirty="0" err="1">
                <a:latin typeface="Times New Roman"/>
                <a:cs typeface="Times New Roman"/>
              </a:rPr>
              <a:t>Análise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Deteções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57A625-F96F-0D54-E5A0-71FE4DB21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b="1" dirty="0" err="1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Reconhecimento</a:t>
            </a:r>
            <a:r>
              <a:rPr lang="en-US" b="1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</a:t>
            </a:r>
            <a:endParaRPr lang="en-US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Port Scanning (</a:t>
            </a:r>
            <a:r>
              <a:rPr lang="en-US" dirty="0" err="1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nmap</a:t>
            </a: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err="1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Reconhecimento</a:t>
            </a: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SNMP (</a:t>
            </a:r>
            <a:r>
              <a:rPr lang="en-US" dirty="0" err="1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snmpwalk</a:t>
            </a: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solidFill>
                <a:srgbClr val="40404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b="1" dirty="0" err="1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Negação</a:t>
            </a:r>
            <a:r>
              <a:rPr lang="en-US" b="1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Serviço</a:t>
            </a:r>
            <a:r>
              <a:rPr lang="en-US" b="1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(DoS/DDoS):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SYN Flood com IPs </a:t>
            </a:r>
            <a:r>
              <a:rPr lang="en-US" dirty="0" err="1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Aleatórios</a:t>
            </a: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 com IP </a:t>
            </a:r>
            <a:r>
              <a:rPr lang="en-US" dirty="0" err="1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Único</a:t>
            </a: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(hping3)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solidFill>
                <a:srgbClr val="40404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b="1" dirty="0" err="1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Tentativa</a:t>
            </a:r>
            <a:r>
              <a:rPr lang="en-US" b="1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Acesso</a:t>
            </a:r>
            <a:r>
              <a:rPr lang="en-US" b="1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err="1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Força</a:t>
            </a: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Bruta Telnet (Hydra)</a:t>
            </a:r>
          </a:p>
          <a:p>
            <a:endParaRPr lang="pt-PT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62A1E8-2E1D-86AF-A021-2C8A0DBD9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236208"/>
            <a:ext cx="5901189" cy="320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0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0332A8-9522-A9C3-FBF2-A172B51F4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4167985-D6E9-40FF-97C0-4B6D373E8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68" y="640080"/>
            <a:ext cx="10911865" cy="462686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801362-349C-44BE-BEF6-8E926E1D3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4672"/>
            <a:ext cx="10579608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2D13CD-9E72-5D1E-81BA-544CBCA10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729" y="1289303"/>
            <a:ext cx="9638443" cy="3339303"/>
          </a:xfrm>
          <a:ln>
            <a:noFill/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5000" kern="1200" cap="all" spc="200" baseline="0" dirty="0" err="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Demonstração</a:t>
            </a:r>
            <a:endParaRPr lang="en-US" sz="5000" kern="1200" cap="all" spc="200" baseline="0" dirty="0">
              <a:solidFill>
                <a:srgbClr val="2626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19AF9F-CCD3-6DDC-0216-085BA29D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236208"/>
            <a:ext cx="5901189" cy="320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600"/>
              </a:spcAft>
            </a:pPr>
            <a:r>
              <a:rPr lang="en-US" sz="500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17C4D4-4C67-321C-57F5-3ADB758D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 vert="horz" lIns="18288" tIns="45720" rIns="18288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600"/>
              </a:spcAft>
            </a:pPr>
            <a:fld id="{70C12960-6E85-460F-B6E3-5B82CB31AF3D}" type="slidenum">
              <a:rPr lang="en-US" kern="1200" spc="0" baseline="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 defTabSz="457200"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 kern="1200" spc="0" baseline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8899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72460B-7DB4-568E-DB84-1AD447E3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Referências</a:t>
            </a:r>
            <a:endParaRPr lang="pt-PT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DD588BE-8DC7-F78E-ED05-A53B28425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2FB9B95-2693-D9E6-AB1C-B6C890305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10</a:t>
            </a:fld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E4084D6-B4FD-6557-C99C-40A18AB3B838}"/>
              </a:ext>
            </a:extLst>
          </p:cNvPr>
          <p:cNvSpPr txBox="1"/>
          <p:nvPr/>
        </p:nvSpPr>
        <p:spPr>
          <a:xfrm>
            <a:off x="1581150" y="2571234"/>
            <a:ext cx="90043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1 - Cisco Networking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Academy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(2025). Network Security, Módulo 11: IPS Technologies. Material do curso online. Acedido em: 5 de junho de 2025. 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2 -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https://suricata.io/download/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Acedido em: 5 de junho de 2025.</a:t>
            </a:r>
          </a:p>
          <a:p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479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C3E1C3D-633C-4756-B09B-9AD080714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668" y="640080"/>
            <a:ext cx="10915252" cy="5263134"/>
          </a:xfrm>
          <a:prstGeom prst="rect">
            <a:avLst/>
          </a:prstGeom>
          <a:noFill/>
          <a:ln w="31750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95DAF8-54BC-4834-A4B1-7DD2F7AFE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1520" y="802767"/>
            <a:ext cx="10585166" cy="4937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15EE13-86BC-90C5-0E48-114020597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624" y="1122807"/>
            <a:ext cx="9954443" cy="4297680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8912F5-2A3F-AD12-182D-5F8A6E9B8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236208"/>
            <a:ext cx="5901189" cy="320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0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F8E617-2BBC-4C3F-88DC-48162B4DA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459798"/>
      </p:ext>
    </p:extLst>
  </p:cSld>
  <p:clrMapOvr>
    <a:masterClrMapping/>
  </p:clrMapOvr>
</p:sld>
</file>

<file path=ppt/theme/theme1.xml><?xml version="1.0" encoding="utf-8"?>
<a:theme xmlns:a="http://schemas.openxmlformats.org/drawingml/2006/main" name="Midnight">
  <a:themeElements>
    <a:clrScheme name="Charcoal by APW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374151"/>
      </a:accent1>
      <a:accent2>
        <a:srgbClr val="6B7280"/>
      </a:accent2>
      <a:accent3>
        <a:srgbClr val="9CA3AF"/>
      </a:accent3>
      <a:accent4>
        <a:srgbClr val="F3F4F6"/>
      </a:accent4>
      <a:accent5>
        <a:srgbClr val="22D3EE"/>
      </a:accent5>
      <a:accent6>
        <a:srgbClr val="6E7889"/>
      </a:accent6>
      <a:hlink>
        <a:srgbClr val="467886"/>
      </a:hlink>
      <a:folHlink>
        <a:srgbClr val="96607D"/>
      </a:folHlink>
    </a:clrScheme>
    <a:fontScheme name="Custom 98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Pacote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FF8C1EA-3154-4727-81F5-50B9FEF997DD}">
  <we:reference id="wa200005566" version="3.0.0.3" store="pt-BR" storeType="OMEX"/>
  <we:alternateReferences>
    <we:reference id="wa200005566" version="3.0.0.3" store="wa200005566" storeType="OMEX"/>
  </we:alternateReferences>
  <we:properties>
    <we:property name="theme" value="{&quot;name&quot;:&quot;Midnight&quot;,&quot;colorPalette&quot;:[&quot;0E2841&quot;,&quot;E8E8E8&quot;,&quot;374151&quot;,&quot;6B7280&quot;,&quot;9CA3AF&quot;,&quot;343A45&quot;,&quot;22D3EE&quot;,&quot;6E7889&quot;,&quot;467886&quot;,&quot;96607D&quot;],&quot;color&quot;:&quot;&quot;,&quot;isDefault&quot;:true,&quot;previewImages&quot;:[&quot;https://cpp.appsdowonders.com/assets/SlideTitle-midnight.png&quot;,&quot;https://cpp.appsdowonders.com/assets/SlideTextbox1V1-midnight.png&quot;,&quot;https://cpp.appsdowonders.com/assets/SlideTextbox3V1-midnight.png&quot;,&quot;https://cpp.appsdowonders.com/assets/SlideTable-midnight.png&quot;,&quot;https://cpp.appsdowonders.com/assets/SlideTimeline-midnight.png&quot;],&quot;index&quot;:0}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c835171-fe42-4280-af26-c38a4d1fbc5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2CDC0905FC7242A19347A633EEBEDA" ma:contentTypeVersion="6" ma:contentTypeDescription="Create a new document." ma:contentTypeScope="" ma:versionID="967d885ccf4a36cc1e2e11e69d669ed7">
  <xsd:schema xmlns:xsd="http://www.w3.org/2001/XMLSchema" xmlns:xs="http://www.w3.org/2001/XMLSchema" xmlns:p="http://schemas.microsoft.com/office/2006/metadata/properties" xmlns:ns3="5c835171-fe42-4280-af26-c38a4d1fbc58" targetNamespace="http://schemas.microsoft.com/office/2006/metadata/properties" ma:root="true" ma:fieldsID="558325b487922957eeea4e8c2ed43581" ns3:_="">
    <xsd:import namespace="5c835171-fe42-4280-af26-c38a4d1fbc5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835171-fe42-4280-af26-c38a4d1fbc5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1CDDD9-F94A-4DEB-BB43-15C1C2034E8E}">
  <ds:schemaRefs>
    <ds:schemaRef ds:uri="http://purl.org/dc/dcmitype/"/>
    <ds:schemaRef ds:uri="http://www.w3.org/XML/1998/namespace"/>
    <ds:schemaRef ds:uri="http://purl.org/dc/elements/1.1/"/>
    <ds:schemaRef ds:uri="5c835171-fe42-4280-af26-c38a4d1fbc58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76A5DC4-6F28-4B9E-900E-B19DF9214B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B31A18-503A-431A-B054-A523EB36B5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835171-fe42-4280-af26-c38a4d1fbc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386</TotalTime>
  <Words>359</Words>
  <Application>Microsoft Office PowerPoint</Application>
  <PresentationFormat>Ecrã Panorâmico</PresentationFormat>
  <Paragraphs>86</Paragraphs>
  <Slides>11</Slides>
  <Notes>4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dos diapositivos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Gill Sans MT</vt:lpstr>
      <vt:lpstr>Times New Roman</vt:lpstr>
      <vt:lpstr>Midnight</vt:lpstr>
      <vt:lpstr>Pacote</vt:lpstr>
      <vt:lpstr>Suricata: IDS e IPS </vt:lpstr>
      <vt:lpstr> Índice</vt:lpstr>
      <vt:lpstr>IDS/IPS: A Solução de Monitorização</vt:lpstr>
      <vt:lpstr> Suricata</vt:lpstr>
      <vt:lpstr>ARQUITETURA PRINCIPAL</vt:lpstr>
      <vt:lpstr>Regras</vt:lpstr>
      <vt:lpstr>A Nossa Testbed no GNS3</vt:lpstr>
      <vt:lpstr>Experiências e Análise de Deteções</vt:lpstr>
      <vt:lpstr>Demonstração</vt:lpstr>
      <vt:lpstr>Referências</vt:lpstr>
      <vt:lpstr>FIM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Rodolfo Miguel de Sousa Belchior Bras Oliveira</dc:creator>
  <cp:lastModifiedBy>João Pedro Vila Pomar</cp:lastModifiedBy>
  <cp:revision>2</cp:revision>
  <cp:lastPrinted>2025-06-05T22:04:38Z</cp:lastPrinted>
  <dcterms:created xsi:type="dcterms:W3CDTF">2025-06-05T17:57:24Z</dcterms:created>
  <dcterms:modified xsi:type="dcterms:W3CDTF">2025-06-06T14:07:48Z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0x010100B32CDC0905FC7242A19347A633EEBEDA</vt:lpwstr>
  </property>
</Properties>
</file>